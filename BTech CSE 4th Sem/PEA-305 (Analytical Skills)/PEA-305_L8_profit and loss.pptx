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5.xml" ContentType="application/inkml+xml"/>
  <Override PartName="/ppt/notesSlides/notesSlide11.xml" ContentType="application/vnd.openxmlformats-officedocument.presentationml.notesSlide+xml"/>
  <Override PartName="/ppt/ink/ink6.xml" ContentType="application/inkml+xml"/>
  <Override PartName="/ppt/notesSlides/notesSlide12.xml" ContentType="application/vnd.openxmlformats-officedocument.presentationml.notesSlide+xml"/>
  <Override PartName="/ppt/ink/ink7.xml" ContentType="application/inkml+xml"/>
  <Override PartName="/ppt/notesSlides/notesSlide13.xml" ContentType="application/vnd.openxmlformats-officedocument.presentationml.notesSlide+xml"/>
  <Override PartName="/ppt/ink/ink8.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9.xml" ContentType="application/inkml+xml"/>
  <Override PartName="/ppt/notesSlides/notesSlide17.xml" ContentType="application/vnd.openxmlformats-officedocument.presentationml.notesSlide+xml"/>
  <Override PartName="/ppt/ink/ink10.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78"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7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gpONkfQxt4k3nD/fKmCkesQTUL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522" y="58"/>
      </p:cViewPr>
      <p:guideLst>
        <p:guide orient="horz" pos="2160"/>
        <p:guide pos="28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4:57:34.70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008B"/>
    </inkml:brush>
  </inkml:definitions>
  <inkml:trace contextRef="#ctx0" brushRef="#br0">7229 3592 1933 0,'0'0'38'0,"0"0"-28"0,0 0 5 0,0 0 0 15,-123-27-8-15,107 23 1 16,7 2-3-16,3 2-1 15,1 0-1-15,5 0-1 16,0 0-1-16,0 0-1 16,0 0 0-16,0 0 0 0,16 0 0 15,29 18 0 1,26 6 1-16,22 2-1 16,32 4 0-16,39-2 1 0,44-4-1 15,41 1 0-15,30-7 1 16,24-4-1-16,5-3 0 15,-1-6 0-15,-15-3 0 16,-38-2 0-16,-40 0 0 16,-45 0 0-16,-40-8 0 15,-38 2 0-15,-28 2 0 16,-22 0 0-16,-17 4 0 16,-13-2 0-16,-7 2 0 15,-4 0 1-15,0 0-1 16,0 0 0-16,0 0 0 15,0 0 0-15,0 0 0 16,0 0 0-16,0 0 0 0,-6 0-1 16,-17 16-1-16,-11 1-7 15</inkml:trace>
  <inkml:trace contextRef="#ctx0" brushRef="#br0" timeOffset="929.99">14131 3852 2012 0,'0'0'6'0,"0"0"-4"0,0 0 0 0,0 0 2 16,0 0 0-16,0 0-1 15,-44 15-3-15,123-6 2 16,71-5 2-16,70-4-3 16,79 0 1-16,44-7-1 0,18 0-1 15,5 5 0-15,-21 2 1 16,-16 0-1-16,-21 0 0 16,-36 2 0-16,-42 2 0 15,-39-3 0-15,-33-1 0 16,-19 0 0-16,-15 0 0 15,-8 0 0-15,-15 0 0 16,-15-1 0-16,-14-2 0 16,-14 3 0-16,-14-3 0 15,-17 2 0-15,-17-3 0 0,-7-3 0 16,-3 5 0 0,-18 2-1-16,-38 0-4 0,-35 0-78 15</inkml:trace>
  <inkml:trace contextRef="#ctx0" brushRef="#br0" timeOffset="4544.64">10226 6264 1987 0,'0'0'17'0,"0"0"-9"0,0 0 3 0,0 0-4 16,0 0-2-16,0 0-2 16,-121 50-2-16,83-50 0 15,2 0 0-15,10-3-1 16,7-10 1-16,13-9-1 15,6-1 0-15,0-4 1 16,27 1-1-16,6 2 0 16,5 4 1-16,3 4-1 15,0 6 0-15,-1 8 0 0,1 2 0 16,-8 4 0-16,-4 23 0 16,-9 6 0-16,-13 9 0 15,-7 6 0-15,-5 4 0 16,-28 5 1-16,-16 0-1 15,-9 6 0-15,-6-5 0 16,-1-4 0-16,5-10 0 16,6-14 0-16,14-14 0 15,14-16 0-15,12 0 0 16,11-28 0-16,3-12 0 16,17-8 0-16,25-1 2 15,7 6-2-15,4 9 0 16,-2 16 0-16,-1 9 0 0,-6 9 0 15,-1 0 0-15,-8 23 0 16,-6 2 0-16,-2 4 0 16,-5-3 0-16,0 2 0 15,-1-2 0-15,0-5 0 16,0-7 0-16,1-7-2 16,0-7-2-16,0-2-65 15</inkml:trace>
  <inkml:trace contextRef="#ctx0" brushRef="#br0" timeOffset="4904.91">10726 6128 2008 0,'0'0'17'16,"0"0"-5"-16,0 0-7 0,0 0-2 0,0 0-3 15,0 0 0-15,-88-35 0 16,65 68 0-16,7 5 2 15,10-4-2-15,6-2 0 16,0-6 0-16,24-4 0 16,14-3 0-16,9-6 0 15,6-1 0-15,1 0 0 16,-12 2 0-16,-8 1 0 16,-15 3 0-16,-10 1 0 15,-9 3 0-15,0 0 0 16,-15 2 0-16,-20 0 0 15,-11-1 0-15,2-3 0 0,-1-4 0 16,3-6 0-16,7-2 0 16,4-6 0-16,6-2 0 15,8 0 0-15,7-12-2 16,10-16-1-16,0-11-36 16</inkml:trace>
  <inkml:trace contextRef="#ctx0" brushRef="#br0" timeOffset="5176.91">10599 6110 2022 0,'0'0'12'16,"0"0"-5"-16,0 0-4 15,0 0-2-15,0 0-1 16,0 0 0-16,154-68 2 15,-96 49-2-15,-4 2 0 16,-6 0 0-16,-9 6 0 16,-15 0 0-16,-6 7 0 15,-12 2 0-15,-2 2 0 16,-4 0 0-16,0 0 0 16,0 0-2-16,0 17 0 15,-6 2-14-15</inkml:trace>
  <inkml:trace contextRef="#ctx0" brushRef="#br0" timeOffset="5496.86">11461 6016 2022 0,'0'0'11'0,"0"0"-2"16,0 0-6-16,0 0-3 16,0 0 2-16,0 0-2 0,-137-2 0 15,106 27 0-15,-1 11 0 16,8 8 0-16,11 1 0 16,10-3 0-16,3 0 0 15,0-6 0-15,26-2 0 16,13-8 0-16,12-7 0 15,8-10 0-15,6-9 0 16,-2 0 0-16,-7 0 0 16,-5-16-3-16,-11-10-11 15</inkml:trace>
  <inkml:trace contextRef="#ctx0" brushRef="#br0" timeOffset="5737.08">11814 5886 2004 0,'0'0'23'16,"0"0"-10"-16,0 0-9 16,0 0-3-16,0 0-1 15,0 0 0-15,-10 63 0 16,10-17 2-16,0 5-2 16,0 0 0-16,8 0 0 15,-2-1 0-15,1-4 0 16,-1-4 0-16,2-6 0 15,-4-10 0-15,0-10 0 16,1-6-2-16,-3-10-3 0,-2 0-94 16</inkml:trace>
  <inkml:trace contextRef="#ctx0" brushRef="#br0" timeOffset="6006.93">11839 5849 2003 0,'0'0'21'0,"0"0"-10"16,0 0-5-16,90-115-4 16,-61 103-1-16,-2 11-1 15,-2 1 0-15,-2 15 1 16,-4 22-1-16,-10 7 0 16,-4 4 0-16,-5-2 0 15,0-4 0-15,-25-3 0 16,-9-9 2-16,-5-5-2 15,-2-6 0-15,8-10 0 16,9-2 0-16,-1-7 0 0,-2 0-2 16,3 0 1-16,3 0-6 15,17-21-115-15</inkml:trace>
  <inkml:trace contextRef="#ctx0" brushRef="#br0" timeOffset="6278.77">12562 5893 2031 0,'0'0'6'16,"0"0"-1"-16,0 0-3 15,0 0-1-15,0 0-1 16,129-12 0-16,-77 3 0 16,0-2 0-16,-6 3 0 15,-6 0 0-15,-4-1-1 16,-10 4-6-16,-10-1-91 16</inkml:trace>
  <inkml:trace contextRef="#ctx0" brushRef="#br0" timeOffset="6464.84">12547 6128 2016 0,'0'0'14'0,"0"0"-7"16,0 0-1-16,0 0-5 16,134-6 0-16,-76-10-1 15,0-2 0-15,-3-3 0 16,-4 1 0-16,-4 2 0 15,-11 6-1-15,-7 1-11 16</inkml:trace>
  <inkml:trace contextRef="#ctx0" brushRef="#br0" timeOffset="7319.11">14258 5476 2024 0,'0'0'6'0,"0"0"-2"0,0 0 1 15,0 0-2-15,0 0-2 16,-136 71-1-16,96-57 0 16,8-5 0-16,17-9 1 15,11 0-1-15,4-9 0 16,0-22 1-16,15-9-1 16,26-2 0-16,9 0 0 15,0 12 0-15,-4 13 0 0,-1 14 0 16,-6 3 0-1,-7 22 0-15,-9 17 0 0,-15 11 0 16,-8 3 0-16,-2 8 0 16,-29 0 0-16,-13 6 0 15,-16 3 0-15,-10 2 0 16,-8-6 0-16,2-10 0 16,14-18 0-16,16-20 0 15,21-13 0-15,18-5 0 16,7-28 0-16,0-12 0 15,23-9 0-15,12 4 0 16,10 7 0-16,0 9 0 16,3 10 0-16,-1 14 0 15,0 5 2-15,-2 0-2 0,-5 17 0 16,-7 10 0-16,0-1 0 16,3 2 0-16,-1-4 0 15,4-4-2-15,-4-4 1 16,1-16-14-16</inkml:trace>
  <inkml:trace contextRef="#ctx0" brushRef="#br0" timeOffset="7685.58">14743 5480 2022 0,'0'0'13'0,"0"0"-6"15,0 0-5-15,0 0-1 16,0 0 1-16,0 0-2 0,-52-34 0 15,51 82 0 1,-1 6 0-16,2 1 0 0,0-5 0 16,0-5 0-16,0-7 0 15,16-7 0-15,12-12 0 16,6-13 0-16,10-6 0 16,4 0 0-16,-2-14 0 15,1-13 0-15,-7-6 0 16,-9-4-2-16,-13-8 2 15,-13-3 0-15,-5-4 0 16,-14 2 0-16,-22 4 0 16,-3 12 0-16,-2 12 0 0,12 14 0 15,7 8 0 1,-5 0 0-16,3 28 0 0,-3 10 0 16,5 4 0-16,19-4 0 15,3-6-5-15,16-4-44 16</inkml:trace>
  <inkml:trace contextRef="#ctx0" brushRef="#br0" timeOffset="8069.76">15795 5213 1375 0,'0'0'643'0,"0"0"-632"15,0 0-1-15,-118-50-7 16,78 50-2-16,0 23 0 0,-3 17 0 16,6 6-1-16,10-2 0 15,16 0 0-15,11-6 0 16,0-6 0-16,25-8 0 16,15-4 0-16,13-6 0 15,2-2 0-15,3-3 0 16,-4 0 0-16,-13 1 0 15,-11 3 2-15,-12-1-2 16,-11-1 0-16,-7 3-2 16,0 3 2-16,-23-2 0 15,-6 3 0-15,-15 1 0 0,-10-6 0 16,-4 2 0-16,3-4 0 16,12-5 0-16,17-1 0 15,8-5 0-15,16 0-2 16,2 0-18-16</inkml:trace>
  <inkml:trace contextRef="#ctx0" brushRef="#br0" timeOffset="8316.82">16124 5095 2025 0,'0'0'10'0,"0"0"-3"15,0 0-4-15,0 0-1 16,0 0-2-16,0 0 0 0,8 72 0 16,-2-4 0-16,6 7 0 15,-1-1 0-15,-3-4 0 16,1-2 0-16,-6-6 0 16,-3-5 0-16,0-12 0 15,0-9 0-15,0-16-3 16,0-14-17-16</inkml:trace>
  <inkml:trace contextRef="#ctx0" brushRef="#br0" timeOffset="8541.1">16109 5029 2027 0,'0'0'8'15,"0"0"-1"-15,106-119-5 16,-54 101-1-16,4 8-1 15,-4 10 2-15,-6 0-2 16,-9 10 0-16,-18 19 0 16,-17 7 0-16,-2 5 0 15,-48 14 0-15,-29 9 0 16,-25 0 0-16,-12 7 0 16,-10-12 0-16,3-16-31 15</inkml:trace>
  <inkml:trace contextRef="#ctx0" brushRef="#br0" timeOffset="12139.87">11709 7563 2015 0,'0'0'12'0,"0"0"-3"0,0 0-3 16,0 0-4-16,0 0-1 16,0 0-1-16,0 0 2 15,-98-88-2-15,68 98 0 16,-9 27 0-16,-3 8 0 16,1 16 0-16,6 1 0 15,14 1 0-15,11-6 0 16,10-4 0-16,0-8 0 15,8-6 0-15,23-14 0 16,15-3 0-16,9-9 0 16,10-12 0-16,-1-1 0 0,-1 0-2 15,-13-7-2 1,-9-15-36-16</inkml:trace>
  <inkml:trace contextRef="#ctx0" brushRef="#br0" timeOffset="12374">11979 7475 2026 0,'0'0'7'0,"0"0"2"15,0 0-7-15,0 0-1 16,0 0-1-16,0 0 2 16,-11 8-2-16,11 28 0 15,0 11 0-15,0 3 0 16,4 2 0-16,0 0 0 0,1-4 0 15,1 0 0-15,-4-1 0 16,0-7 0-16,-2-5 0 16,0-10-4-16,0-13-14 15</inkml:trace>
  <inkml:trace contextRef="#ctx0" brushRef="#br0" timeOffset="12607.9">11974 7469 2019 0,'0'0'9'0,"2"-102"0"16,25 64-4-16,9 8-4 15,-1 10 0-15,3 10-1 0,-2 10 1 16,-7 0-1-16,-5 19 0 16,-10 18 0-16,-10 5 0 15,-4 4 0-15,-10 2 0 16,-31 2 0-16,-10 2 0 15,-5-2 0-15,0-3 0 16,6-7-3-16,3-8-53 16</inkml:trace>
  <inkml:trace contextRef="#ctx0" brushRef="#br0" timeOffset="12974.92">10693 8628 1954 0,'0'0'78'15,"0"0"-75"-15,0 0 1 16,0 0 0-16,211-46-3 15,-48 1 0-15,31-16-1 16,11-2 0-16,-2 6 0 16,-18 4 2-16,-27 10-2 0,-27 7 0 15,-26 5 0-15,-25 6 0 16,-20 4 0-16,-19 9 0 16,-22 6 0-16,-11 2 0 15,-8 4 0-15,0 0 0 16,-8 0 0-16,-23 7 0 15,-19 20-2-15,-13 5 0 16,-15 3-19-16</inkml:trace>
  <inkml:trace contextRef="#ctx0" brushRef="#br0" timeOffset="13400.9">11594 8722 2038 0,'0'0'3'16,"0"0"-1"-16,0 0 0 15,0 0-2-15,0 0 0 16,0 0 0-16,-116 31 0 15,107-2 0-15,6 4 2 16,3 1-2-16,12-7 0 0,19 0 0 16,11-6 0-1,9-6 0-15,3 1 0 0,-3-3 0 16,-8 0 0-16,-14-1 0 16,-17 2 0-16,-9 4 0 15,-3 0 0-15,-11 5 0 16,-20 1 0-16,-12-2 0 15,-6-2 0-15,0-1 0 16,0-2 0-16,9-5 0 16,11-2 0-16,7-1 0 15,8-7 0-15,12-2 0 16,2 0-2-16,29-2-10 16</inkml:trace>
  <inkml:trace contextRef="#ctx0" brushRef="#br0" timeOffset="13641.1">12088 8721 1970 0,'0'0'72'16,"0"0"-70"-16,0 0 1 16,0 0-3-16,0 0 0 15,0 0 0-15,-25-14 0 16,21 58 0-16,2 18 0 15,0 7 0-15,-3 6 0 16,5 0 0-16,-5-6 0 16,3-7 0-16,0-9 0 0,2-9 0 15,0-16-3-15,0-15-46 16</inkml:trace>
  <inkml:trace contextRef="#ctx0" brushRef="#br0" timeOffset="13881.04">12037 8681 2034 0,'0'0'6'15,"0"0"-3"-15,0 0-1 16,71-123-2-16,-11 108 2 16,6 4-2-16,-1 9 0 15,-9 2 0-15,-11 14 0 16,-16 20 0-16,-16 6 0 0,-13 2 0 15,-2 1 0-15,-34-2 0 16,-13 3 0-16,-7-1 0 16,3-5 0-16,6-12-2 15,11-18-7-15</inkml:trace>
  <inkml:trace contextRef="#ctx0" brushRef="#br0" timeOffset="14218.84">13267 7753 2035 0,'0'0'5'16,"0"0"-1"-16,0 0-3 15,0 0 1-15,0 0-2 16,0 0 0-16,33-33 0 16,5 26 0-16,9 1 0 15,-1-1 0-15,-3-3 0 0,-3 0 0 16,-9 2 0-16,-8 2-2 15,-18 3-2-15,-5 3-160 16</inkml:trace>
  <inkml:trace contextRef="#ctx0" brushRef="#br0" timeOffset="14382.01">13192 7922 2035 0,'0'0'7'16,"0"0"-6"-16,0 0 1 15,0 0 0-15,0 0-2 16,0 0 0-16,168-48 0 16,-112 30 0-16,2 3 0 0,-5 1 0 15,-7-2-5-15</inkml:trace>
  <inkml:trace contextRef="#ctx0" brushRef="#br0" timeOffset="15343.81">14777 6906 2026 0,'0'0'7'0,"0"0"-4"0,0 0 1 0,0 0-2 16,0 0-2-16,0 0 1 16,-64 26-1-16,19-4 0 15,3-6 0-15,13-8 0 16,13-8 0-16,16 0 0 16,0-17 1-16,11-14-1 15,27-11 0-15,11-3 0 16,4 4 0-16,1 5 0 15,-9 12 0-15,-5 11 0 16,-7 13 0-16,-6 16 0 16,-5 27 0-16,-13 12 0 0,-9 8 0 15,0 3 0 1,-16-2 0-16,-22 3 1 0,-10-2-1 16,-10 2 0-16,-7-3 0 15,-2-10 0-15,4-12 0 16,13-18 0-16,16-14 0 15,16-10 0-15,16-4 0 16,2-30 0-16,4-6 0 16,21-2 0-16,8 8 0 15,3 12 0-15,-3 7 0 16,3 15 0-16,2 0 0 16,2 9 0-16,4 15 0 0,-1 0 0 15,-3 5 0 1,-9-8 0-16,0 1 0 0,-2-4-1 15,-2-8-7-15,-2-4-83 16</inkml:trace>
  <inkml:trace contextRef="#ctx0" brushRef="#br0" timeOffset="15711.27">15380 6956 2037 0,'0'0'5'0,"0"0"-3"15,0 0 1-15,0 0-3 16,0 0 0-16,0 0 0 16,-8-76 0-16,3 109 0 15,1 14 0-15,4 3 0 0,0-1 0 16,0-9 0-16,15-7 0 16,10-6 0-16,6-14 0 15,5-8 0-15,4-5 0 16,4-2 0-16,-1-20 0 15,-7-4 0-15,-5-7 0 16,-9-5 0-16,-15-4 0 16,-7-11 0-16,0 2 0 15,-29 0 0-15,-10-1 0 16,0 17 0-16,-5 12 0 16,-6 21 0-16,-6 2 0 15,-2 41 0-15,3 14 0 0,8 12 0 16,14 7-2-16,4-4-3 15,2 3-396-15</inkml:trace>
  <inkml:trace contextRef="#ctx0" brushRef="#br0" timeOffset="15997.09">14235 7753 2035 0,'0'0'8'0,"0"0"-8"0,168-23 1 0,-33-8 0 0,28-11-1 16,20-4 0-16,-1-2 0 16,-7 2 0-16,-20 4 0 15,-23 6 2-15,-27 6-2 16,-28 7 0-16,-27 11 0 15,-28 3 0-15,-19 9 0 16,-3 0 0-16,-31 9-2 16,-17 18-1-16,-16 5-19 15</inkml:trace>
  <inkml:trace contextRef="#ctx0" brushRef="#br0" timeOffset="16392.38">14652 8101 2041 0,'0'0'1'0,"0"0"0"15,171-133 1-15,-94 103-2 16,-4 13 0-16,-9 13 2 15,-14 4-2-15,-17 26 0 16,-19 13 0-16,-14 10 0 16,-7 2 0-16,-31-1 0 15,-6 4 0-15,-6-1 0 0,-5 0 0 16,4-5 0 0,6-10 0-16,14-12 0 0,13-14 0 15,11-12 0-15,7 0 0 16,0-4 0-16,29-18 0 15,16-8 0-15,11-1 0 16,6 3 0-16,3 2 0 16,1 2 0-16,3 4 0 15,-4 5 0-15,-3-4-3 16,-8 3-18-16</inkml:trace>
  <inkml:trace contextRef="#ctx0" brushRef="#br0" timeOffset="16692.9">15604 7838 2041 0,'0'0'3'16,"0"0"-2"-16,0 0 1 15,0 0-2-15,0 0 0 16,0 0 0-16,-50 34 0 16,38 11 0-16,5-1 0 15,7-2 0-15,0-7 0 16,11-2 0-16,18-7 0 15,6-8 0-15,7-2 0 16,1-4 0-16,-5 0 0 16,-9 1 0-16,-9-2 0 0,-9 3 0 15,-9 2 0-15,-2 0 0 16,-2 2 0-16,-25 2 0 16,-6-1 0-16,-9 0 0 15,-7-1 0-15,-7-4-2 16,-5 0-6-16</inkml:trace>
  <inkml:trace contextRef="#ctx0" brushRef="#br0" timeOffset="16858.89">15604 7710 2031 0,'0'0'11'0,"156"-103"-10"15,-83 71 1 1,-6 13-2-16,-16 9 2 0,-6 6-2 15,-14 4 0-15,-18 0-2 16,-13 1 0-16,-4 8-87 16</inkml:trace>
  <inkml:trace contextRef="#ctx0" brushRef="#br1" timeOffset="18283.23">15864 6457 2036 0,'0'0'4'0,"0"0"-3"0,0 0 0 0,-116 108 1 15,49-34-2-15,-10 12 1 16,-17 8-1-16,-7 3 0 15,-6-9 2-15,8-8-2 16,12-5 0-16,22-9 0 16,20-6 0-16,23-13 0 15,20-5 0-15,2-19-2 16,13-7 2-16,23-14-6 16,-1-2-108-16</inkml:trace>
  <inkml:trace contextRef="#ctx0" brushRef="#br1" timeOffset="18862.29">16477 6276 2024 0,'0'0'11'0,"0"0"-5"0,0 0-4 16,0 0-1-1,0 0-1-15,0 0 1 0,-11 62-1 16,11-30 0-16,0 1 0 16,0-5 0-16,0-2 0 15,4-8 0-15,1-7 0 16,-5-5 0-16,2-4 0 16,0-2 0-16,0 0 2 15,3 0-2-15,-2 0 0 16,1-2 0-16,0-5-2 15,-1-1 2-15,-1 2-1 16,-2 0-1-16,0-5-9 16,0 4-324-16</inkml:trace>
  <inkml:trace contextRef="#ctx0" brushRef="#br1" timeOffset="19478.93">16489 6216 2017 0,'0'0'15'0,"0"0"-8"0,0 0-4 16,0 0-1-16,0 0-2 16,0 0 0-16,-45 104 1 15,34-50-1-15,-1 1 0 16,3-3 2-16,-1-2-2 15,0-6 0-15,8-10 0 16,2-9 0-16,0-12 0 16,0-5 0-16,26-8 0 15,16 0 0-15,6-10 0 0,4-16 0 16,0-2 0-16,-5 2 0 16,-2 0 0-16,-9 2 0 15,-7 0 0-15,-9-2 0 16,-2-7 0-16,-5-2 0 15,-1-3 0-15,-2-3 0 16,-8 7 0-16,1 9 0 16,-3 8 0-16,0 7 0 15,0 6 0-15,0 4 0 16,0 4 0-16,-7 28 0 16,-5 14 0-16,-1 8 0 15,7 7 0-15,4-2 0 0,2 5 0 16,0 11 0-1,0 4 0-15,0 3 0 0,-12-3 0 16,-7 0-11-16</inkml:trace>
  <inkml:trace contextRef="#ctx0" brushRef="#br1" timeOffset="19882.25">15837 7793 1987 0,'0'0'53'0,"0"0"-51"15,0 0-1-15,0 0 0 16,-193 79-1-16,72-7 1 16,-19 15-1-16,-19 14 2 0,-7 14-2 15,-1 0 0 1,15-1 0-16,26-10 0 0,22-13 0 15,33-11 0-15,22-7 0 16,22-16 0-16,21-12 0 16,6-9 0-16,4-22-3 15,35-14-5-15</inkml:trace>
  <inkml:trace contextRef="#ctx0" brushRef="#br1" timeOffset="20286.84">16114 8105 1868 0,'0'0'173'0,"0"0"-171"15,0 0-1-15,0 0 0 16,-124 42 1-16,96-8-2 15,4 9 0-15,6 1 0 16,11-2 0-16,7-5 0 16,0-4 0-16,13-12 0 15,21-4 0-15,13-11 0 16,11-2 0-16,-2-2 0 16,-3-2 0-16,-10 4 0 15,-16 2 0-15,-10 3 0 0,-13 4 0 16,-4 3 0-1,0 7 0-15,-29 6 0 0,-11 1 0 16,-4-2 0-16,-5-3 0 16,7-3 0-16,3-7 0 15,6-5 0-15,11-6 0 16,4-4 0-16,8 0-2 16,9-27-12-16</inkml:trace>
  <inkml:trace contextRef="#ctx0" brushRef="#br1" timeOffset="20527.93">16056 8172 2038 0,'0'0'6'0,"0"0"-5"16,0 0 1-16,127-97-2 15,-53 65 0-15,1 2 0 16,-5 5 0-16,-12 5 0 15,-14 6 0-15,-11 4 0 16,-12 2 0-16,-11 4 0 16,-10 3 0-16,0-2 0 15,-2 3-2-15,-25 0 0 16,-10 0-9-16,-11 10-337 16</inkml:trace>
  <inkml:trace contextRef="#ctx0" brushRef="#br1" timeOffset="22817.92">11611 7303 1981 0,'0'0'26'0,"0"0"-10"0,0 0-6 16,0 0-5-16,0 0-3 16,0 0 0-16,-33 8-2 15,35-8 1-15,22 0-1 16,16-19 1-16,7-2-1 16,9-8 0-16,7 2 0 15,-1-3 0-15,3-2 0 0,5-1 0 16,9-3 0-16,3 1 0 15,7-5 0-15,9-6 0 16,14 3 0-16,8-4 0 16,3-1 0-16,1 1 0 15,-3 0 0-15,-3 1 0 16,1 8 0-16,4 0 0 16,0 7 0-16,2 0 0 15,0 1 0-15,4 4 0 16,-2-2 0-16,4 6 0 15,8-2 0-15,5-1 0 16,5 5 0-16,-1-2 0 16,-5 0 0-16,-8 0 0 0,-4 4 0 15,-4 4 0 1,-11 4 0-16,-6 5 0 0,-4 0 0 16,-4-1 0-16,-3 0 0 15,-5 0 0-15,-12 0 0 16,-8 0 0-16,-12 2 0 15,-8 0 1-15,-14-1-1 16,-11 4 0-16,-12-3 0 16,-10 2 0-16,-4 2 0 15,-3 0 0-15,0 0 0 16,0 0 0-16,0 0-1 16,0 2 1-16,-8 9 0 15,-7 4-1-15,-1-9-8 16,-3-6-549-16</inkml:trace>
  <inkml:trace contextRef="#ctx0" brushRef="#br1" timeOffset="23248.94">15926 6067 1985 0,'0'0'39'0,"0"0"-31"0,0 0-1 0,0 0-4 15,0 0-2-15,0 0 0 0,-13-7-1 16,31 7 0-16,7 6 0 16,8-3 1-16,8 3-1 15,1-2 0-15,0 1 0 16,-4-1 0-16,-4 0 0 15,-15 0 0-15,-1 0 0 16,-10 0 0-16,-1 2 0 16,-5-2 0-16,-2-1 0 15,0 2 0-15,0 5 0 16,-12 6 0-16,-15 3 0 16,-9 8 0-16,-1-1 0 15,1 2 0-15,3-4 2 0,4 1-2 16,4-4 0-16,5-5 0 15,7-2 0-15,-1-6 0 16,7-1 0-16,-1-3-2 16,-4-4 1-16,-1 0-54 15</inkml:trace>
  <inkml:trace contextRef="#ctx0" brushRef="#br1" timeOffset="24049.95">11555 9517 1997 0,'0'0'26'0,"0"0"-19"0,0 0 1 16,0 0-6-16,0 0 0 15,0 0-2-15,16 18 1 0,13 0 0 16,9 0-1-16,18-1 1 16,15 2-1-16,20 0 0 15,21 2 0-15,12-5 0 16,14-4 2-16,20-8-2 15,29-4 0-15,37-11 0 16,30-28 0-16,15-16 0 16,0-11 0-16,-26-2 0 15,-31 4 0-15,-31 10 0 16,-34 8 0-16,-22 6 0 16,-19 4 0-16,-20 4 0 15,-6 4 0-15,-9 1 0 0,-7 4 0 16,-6 2 0-16,-6 5 0 15,-12 5 0-15,-16 2 0 16,-9 4 0-16,-10 2 0 16,-5 3 0-16,0 0 0 15,0 0 0-15,0 0 0 16,-11 0 0-16,-4 10-2 16,-3 1 1-16,-1-4-4 15,-2 3-18-15</inkml:trace>
  <inkml:trace contextRef="#ctx0" brushRef="#br1" timeOffset="24448.87">14755 8985 2026 0,'0'0'8'0,"0"0"-6"0,0 0 4 0,0 0-4 15,0 0-1-15,0 0-1 16,2 0 0-16,20 18 0 16,7-3 0-16,5-5 2 15,8-9-2-15,9-1 0 16,5 0 0-16,2-13 0 16,-4-8 0-16,-10 2 0 15,-13 6 0-15,-15 5 0 16,-7 4 0-16,-9 4 0 0,0 0 0 15,0 0 0-15,-10 12 0 16,-16 17 0-16,-5 7 0 16,2 5 0-16,-2 6 0 15,6 0 0-15,-2 3 0 16,3-6 0-16,4-7 0 16,4-7 0-16,5-10 0 15,4-8 0-15,7-5 0 16,0-7 0-16,0-5-49 15</inkml:trace>
  <inkml:trace contextRef="#ctx0" brushRef="#br1" timeOffset="39345.31">17584 6381 2008 0,'0'0'11'0,"0"0"-5"15,0 0-2-15,0 0 1 16,0 0-3-16,0 0 0 0,0 0 1 16,7 51-1-1,-5-30-1-15,5-7-1 0,9-4 1 16,8-6-1-16,20-4 0 16,30-6 2-16,35-30-2 15,34-14 0-15,22-9 0 16,9-3 0-16,-8-2 0 15,-14 8 0-15,-23 5 0 16,-30 11 0-16,-27 11 0 16,-24 7 0-16,-16 5 0 15,-17 7 0-15,-9 4 0 16,-4 3 0-16,0-1 0 0,2 1 0 16,-4 1 0-16,0 2 0 15,0 0 0-15,0 0 0 16,-33 5 0-16,-13 22-2 15,-16 12-2-15,-9 4-30 16</inkml:trace>
  <inkml:trace contextRef="#ctx0" brushRef="#br1" timeOffset="40264.99">17310 7988 2012 0,'0'0'5'0,"0"0"0"0,0 0 2 15,0 0-2-15,0 0-1 16,0 0-3-16,-17-25 0 16,17 25 0-16,0 0-1 15,0 0 1-15,0 0-1 16,0 0 1-16,0 13-1 15,0 14 1-15,0 6-1 16,0 5 1-16,0-3-1 16,1 1 0-16,13-6 0 15,9-6 0-15,8-5 2 16,15-13-2-16,22-6 0 0,18-8 0 16,26-29 0-1,23-11 0-15,26-16 0 0,22-12 0 16,11-7 0-16,-5 2 0 15,-15 7 0-15,-22 13 0 16,-30 15 0-16,-24 11 0 16,-25 14 0-16,-19 6 0 15,-19 7 0-15,-12 4 0 16,-10 1 0-16,-5 3 0 16,-2-3 0-16,-4 2 0 15,0 1 0-15,0 0 0 16,-2 0 0-16,0 0 0 15,0 0 0-15,0 0 0 0,0 1 0 16,0 9 0 0,-12 5 0-16,-9 0 0 0,-6 4 0 15,-8-2-3-15,-13 0-13 16</inkml:trace>
  <inkml:trace contextRef="#ctx0" brushRef="#br1" timeOffset="45481.97">9801 11539 1954 0,'0'0'76'16,"0"0"-69"-16,0 0-3 0,0 0-1 15,-54-107-2-15,8 107-1 16,-5 0 0-16,-9 15 2 15,0 28-2-15,2 18 0 16,9 12 0-16,9 6 0 16,11-6 0-16,13-8 0 15,16-9 0-15,0-10 0 16,29-13 0-16,20-6 0 16,20-11 0-16,8-7 0 15,0-9 0-15,-1 0 0 0,-11-3 0 16,-12-13 0-16,-8-4 0 15,-10-5 0-15,-4-8-5 16,-6-7-53-16</inkml:trace>
  <inkml:trace contextRef="#ctx0" brushRef="#br1" timeOffset="45693.81">10105 11403 2025 0,'0'0'10'0,"0"0"-6"15,0 0 0-15,0 0-2 16,0 0-2-16,0 0 0 16,0 34 2-16,2 18-2 0,2 3 0 15,1 7 0 1,0 0 0-16,-1-2 0 0,2-1 0 16,-3-5 0-16,-3-2 0 15,0-6 0-15,0-13-3 16,0-14-62-16</inkml:trace>
  <inkml:trace contextRef="#ctx0" brushRef="#br1" timeOffset="45932.73">10121 11369 2025 0,'0'0'5'0,"0"0"-2"15,0 0 1 1,93-118-2-16,-42 110 0 0,-2 8 0 15,-7 0-2-15,-13 22 1 16,-13 13-1-16,-11 4 1 16,-5 5-1-16,-9 1 2 15,-22 1-2-15,-12 0 0 16,-1-6 0-16,4-3 0 16,3-8 0-16,14-11-2 15,11-4 2-15,12-12-12 16</inkml:trace>
  <inkml:trace contextRef="#ctx0" brushRef="#br1" timeOffset="46472.7">10678 11616 2035 0,'0'0'4'0,"0"0"-3"15,0 0 1-15,0 0 0 16,0 0-2-16,0 0 1 0,147-40-1 16,-79 15 0-1,-1 0 0-15,-4-1 0 0,-5 0 0 16,-12-1 0-16,-12 3 0 15,-10 2 0-15,-10-1 0 16,-10 4 0-16,-4 6 0 16,0 3 0-16,-27 3 0 15,-10 6 0-15,-4 1 0 16,3 0 0-16,12 0 0 16,13 0 0-16,6 1 0 15,7-1 0-15,0 0 0 16,25 0 0-16,14 0 0 15,8 0 0-15,-4 0 0 16,-1 0 0-16,-7 7 0 16,-6 4 0-16,-4 6 0 0,-12 1 0 15,-8 6 0 1,-5 4 0-16,-2 4 2 0,-24 3-2 16,0 3 0-16,0-5 0 15,0 1 0-15,2-3 0 16,5-6 0-16,3-3 0 15,9-6-2-15,7-5 0 16,0-11-247-16</inkml:trace>
  <inkml:trace contextRef="#ctx0" brushRef="#br1" timeOffset="46912.5">11662 11087 2028 0,'0'0'7'0,"0"0"-2"0,0 0-2 0,0 0-2 16,0 0 0-16,0 0-1 16,0 85 2-16,0-43-2 15,0-9 0-15,0-1 0 16,3-11 0-16,19-9 0 15,9-6 0-15,5-6 0 16,1 0 0-16,-1-12 0 0,-5-11 0 16,-4-4 0-1,-4-7 0-15,-6 1 0 0,-3-5 0 16,-8 1 0-16,-1 4 0 16,-3 9 0-16,-2 8 0 15,0 12 0-15,0 4 0 16,0 0 0-16,0 30 0 15,0 18 0-15,0 16 0 16,-5 8 0-16,-1-4 0 16,2 0 0-16,1 3 0 15,1-3 0-15,-5 2 0 16,-4 1 0-16,-9-1 0 16,-14-4-5-16</inkml:trace>
  <inkml:trace contextRef="#ctx0" brushRef="#br1" timeOffset="47613.92">9978 12503 2021 0,'0'0'12'0,"0"0"-6"0,0 0-3 0,0 0-2 15,-134-39 0-15,85 68 0 16,7 5-1-16,4 4 0 16,11 0 2-16,10 0-2 15,14-7 0-15,3-2 0 16,13-9 0-16,29-10 0 15,17-6 0-15,8-4 0 16,2 2 0-16,-9 4 0 16,-15 4 0-16,-16 6 0 0,-16 2 0 15,-9 4 0 1,-4 2 0-16,-11 2 0 0,-27 2 0 16,-13 1 0-16,-5-5 0 15,-1-6 0-15,8-2 0 16,4-4 0-16,11-4 0 15,12-5 0-15,13 0 0 16,9-3 0-16,0 0-2 16,13 0-16-16</inkml:trace>
  <inkml:trace contextRef="#ctx0" brushRef="#br1" timeOffset="47847.86">10374 12453 2039 0,'0'0'3'16,"0"0"-1"-16,0 0 1 15,0 0-3-15,0 0 0 16,0 0 0-16,-37 66 0 16,37 2 0-16,0 4 0 15,0 0 0-15,0 3 0 16,0-5 0-16,0-6 0 15,0-7 0-15,0-7 0 16,-3-7-4-16</inkml:trace>
  <inkml:trace contextRef="#ctx0" brushRef="#br1" timeOffset="48114.8">10325 12408 2036 0,'0'0'4'16,"39"-104"-2"-16,5 66 0 15,7 11-1-15,2 14 1 16,-1 13-2-16,-9 6 0 16,-10 32 0-16,-14 10 0 0,-14 6 0 15,-5 2 0 1,-18-3 0-16,-21-3 0 0,-11-4 0 15,-1-4 0-15,0-6 0 16,8-8 0-16,12-12-3 16,14-16-40-16</inkml:trace>
  <inkml:trace contextRef="#ctx0" brushRef="#br1" timeOffset="48640.91">10938 12622 2037 0,'0'0'4'0,"0"0"-2"15,0 0 0-15,0 0 0 16,0 0-2-16,0 0 0 15,118-60 0-15,-51 35 0 16,5 0 0-16,-1 2 0 16,0 0 0-16,-9 3 0 15,-10 2 0-15,-15 2 0 16,-12 2 0-16,-14 3 0 16,-11-2 0-16,0 3 0 15,-31 0 0-15,-7 3 0 0,-6 6 0 16,-3 1 0-16,7 0 0 15,9 0 0-15,12 0 0 16,15 0 0-16,4 0 0 16,0-5 0-16,29-2 0 15,15 1 0-15,9 0 0 16,2 6 0-16,-9 0 0 16,-7 4 0-16,-10 16 0 15,-10 8 0-15,-9 2 0 16,-10 5 0-16,0 3 0 15,-14-3 0-15,-9 4 0 16,-6-3 0-16,-2-2 0 0,5-4 0 16,1 0 0-1,9-6 0-15,10-7 0 0,6-6-8 16</inkml:trace>
  <inkml:trace contextRef="#ctx0" brushRef="#br1" timeOffset="49017.82">12119 12252 2022 0,'0'0'13'0,"0"0"-8"15,0 0-1-15,0 0-3 16,-122 39 1-16,106-16-2 0,7 0 0 15,9-4 0-15,0-3 0 16,4-1 0-16,21-2 0 16,7 1 0-16,5 5 0 15,-2 1 0-15,-1 4 0 16,-5 2 0-16,-5 2 0 16,-7 0 0-16,-9-3 0 15,-8 0 0-15,0-3 0 16,-2 0 0-16,-27-3 0 15,-9 4 0-15,-7-4 0 16,1-4 0-16,1-1 0 16,8-8 0-16,6-3 0 0,11-3 0 15,9-5-3-15,4-26-30 16</inkml:trace>
  <inkml:trace contextRef="#ctx0" brushRef="#br1" timeOffset="49233.91">12186 12209 2010 0,'0'0'29'16,"0"0"-25"-16,0 0-2 16,0 0 0-16,0 0-2 15,133-113 0-15,-75 79 0 0,-2 1 0 16,-7 5 0-16,-11 8 0 15,-18 5 0-15,-11 13 0 16,-9 2 0-16,-7 0-49 16</inkml:trace>
  <inkml:trace contextRef="#ctx0" brushRef="#br1" timeOffset="51954.97">13015 11019 2021 0,'0'0'6'0,"0"0"-4"15,0 0 3-15,0 0-1 16,0 0-2-16,0 0 0 0,154 0 0 16,-30-7-1-16,14-6-1 15,4 1 0-15,-3 1 0 16,-7 6 0-16,-17 5 0 16,-24 0 0-16,-21 4 0 15,-21 14 0-15,-14 4 2 16,-10 0-2-16,-7 0 0 15,-5 1 0-15,-4 2 0 16,-6 0 0-16,-3 5 0 16,0-1 0-16,-12 6 0 15,-17 8 0-15,-13 3 0 16,-10 12 0-16,-14 13 0 16,-15 9 0-16,-10 6 0 0,-11 2 0 15,-5-5 0 1,4-11 0-16,7-10 0 0,11-8 0 15,17-9 0-15,19-10 0 16,18-9 0-16,15-10 0 16,9-10 0-16,7-3 0 15,0-1 0-15,0-1 0 16,0-1 0-16,0 0 0 16,0 0 0-16,0 0 0 15,0 0 0-15,9-1 0 16,16-15 0-16,10-6-3 15,7-3-23-15</inkml:trace>
  <inkml:trace contextRef="#ctx0" brushRef="#br1" timeOffset="52550.79">14942 10760 2034 0,'0'0'5'0,"0"0"-2"0,0 0-1 15,0 0 1-15,0 0-3 16,0 0 0-16,0 54 0 15,16 6 0-15,-3 9 0 16,-2 5 0-16,-6-2 0 16,1-4 0-16,-6-10 0 15,2-8 0-15,-2-12 0 16,0-9 0-16,0-14 0 16,0-11 0-16,5-4-3 15,9-14-63-15</inkml:trace>
  <inkml:trace contextRef="#ctx0" brushRef="#br1" timeOffset="52795.32">14904 10816 2028 0,'0'0'9'16,"0"0"-5"-16,2-109-2 16,38 80 0-16,12 4-2 15,8 9 0-15,2 11 2 16,-8 5-2-16,-12 4 0 15,-13 26 0-15,-13 7 0 0,-12 4 0 16,-4 2 0 0,-12-4 0-16,-19-3 0 0,-6-4 0 15,-1-4 0-15,5-6 0 16,6-8 0-16,4-4 0 16,10-2-3-16,9-8-26 15</inkml:trace>
  <inkml:trace contextRef="#ctx0" brushRef="#br1" timeOffset="53058.95">15704 10794 2036 0,'0'0'4'0,"0"0"-1"16,0 0-1-16,0 0 0 16,0 0-2-16,0 0 0 15,118-26 0-15,-76 8 0 16,-1 4 0-16,-7 0 0 16,-4 5 0-16,-9 5-2 15,-6 4-5-15,-9 0-537 16</inkml:trace>
  <inkml:trace contextRef="#ctx0" brushRef="#br1" timeOffset="53240.02">15715 11073 2018 0,'0'0'10'16,"0"0"-4"-16,0 0 0 15,0 0-2-15,0 0-3 16,0 0 1-16,149-29-2 15,-106 11 0-15,-1 0 0 16,-1-3 0-16,1-2-2 16,-5 2-3-16</inkml:trace>
  <inkml:trace contextRef="#ctx0" brushRef="#br1" timeOffset="53478.8">16433 10455 2034 0,'0'0'4'16,"0"0"1"-16,0 0-3 15,0 0 0-15,0 0-2 16,0 0 0-16,-12 96 0 16,28-28 0-16,1 5 0 15,2 3 0-15,-6-4 0 16,3-6 0-16,-10-4 0 15,-4-6 0-15,-2-13 0 16,0-7-2-16,0-17-100 16</inkml:trace>
  <inkml:trace contextRef="#ctx0" brushRef="#br1" timeOffset="53959.17">16368 9775 2026 0,'-190'-42'5'16,"-28"22"0"-16,-22 19 0 15,-21 1-3-15,-13 35-1 0,-1 39 0 16,11 35-1-16,27 41 2 15,42 45-2-15,43 29 0 16,56 17 0-16,51 1 0 16,45-12 0-16,40-24 0 15,68-31 0-15,52-31 0 16,35-36 0-16,31-37 0 16,19-29 0-16,1-34 0 15,3-8 0-15,-10-41 0 16,-8-29 0-16,-9-31 0 15,-10-20 0-15,-4-23 0 16,-13-24 0-16,-14-18 0 0,-15-27 0 16,-40-25 0-16,-48-9 0 15,-56 6 0-15,-42 38 0 16,-80 43 0-16,-54 51 0 16,-44 54 0-16,-61 43 0 15,-46 24 0-15,-34 56 0 16,5 35 0-16,53 20 0 15,62 4-2-15</inkml:trace>
  <inkml:trace contextRef="#ctx0" brushRef="#br1" timeOffset="58665.4">14017 13341 2011 0,'0'0'14'0,"0"0"-6"16,0 0-2-16,0 0-3 15,0 0-1-15,0 0-1 16,0 0-1-16,4-66 0 0,-4 66 2 15,0 36-2-15,-2 24 0 16,-4 18 0-16,-3 4 0 16,0 1 0-16,0-6 0 15,0-2 0-15,3-8 0 16,-1-14 0-16,2-15 0 16,3-18 0-16,0-10 0 15,0-10 0-15,-1 0 0 16,0-14 0-16,0-20 0 15,3-12 0-15,-2-8 0 16,2-12 0-16,0-6 0 16,0-9 0-16,0 5 0 0,0 12 0 15,4 18 0-15,3 17 0 16,-3 16 0-16,0 13 0 16,-1 12 0-16,-1 36 0 15,-2 20 0-15,0 9 0 16,0 3 0-16,0-2 0 15,-2-4 0-15,-5-4 0 16,0-8 0-16,3-10 0 16,0-11 0-16,-1-15 0 15,1-8 0-15,1-11 0 16,1-1 0-16,0-6 0 16,-9 0-4-16,-7 0-162 15</inkml:trace>
  <inkml:trace contextRef="#ctx0" brushRef="#br1" timeOffset="59092.15">12600 14891 1965 0,'0'0'66'0,"0"0"-63"0,0 0 1 0,0 0 0 16,0 0-2-16,189-39-2 15,-37 8 1-15,28-11-1 16,21-7 0-16,-3-7 2 15,-12 2-2-15,-10 4 0 16,-18 4 0-16,-15 6 0 16,-19 5 0-16,-19 8 0 15,-27 2 0-15,-21 7 0 16,-20 7 0-16,-18 4 0 16,-9 4 0-16,-10 3 0 0,0 0 0 15,0 0 0 1,-21 0 0-16,-19 21 0 0,-18 8 0 15,-8 6-3-15,-6 2-16 16</inkml:trace>
  <inkml:trace contextRef="#ctx0" brushRef="#br1" timeOffset="59581.2">13723 14933 2038 0,'0'0'4'0,"0"0"-3"0,0 0 1 16,0 0-2-16,0 0 2 15,0 0-2-15,-35 163 0 16,21-96 0-16,3-8 0 16,7-11 0-16,4-12 0 15,0-12 0-15,0-13 0 16,17-9 0-16,13-2 0 16,12-19 0-16,4-21 0 15,2-8 0-15,-13-11 0 0,-6 1 0 16,-7 0 0-16,-8 9 0 15,-6 18 0-15,-3 12 0 16,-3 15 0-16,-2 4 0 16,0 0 0-16,0 27 0 15,0 27 0-15,-7 26 0 16,-1 9 0-16,-4-4 0 16,1-4 0-16,3-9 0 15,3-2 0-15,3-12 0 16,0-3 0-16,-1-7 0 15,-2-13-7-15</inkml:trace>
  <inkml:trace contextRef="#ctx0" brushRef="#br1" timeOffset="62895.79">15246 13690 2038 0,'0'0'1'0,"0"0"1"0,0 0-1 16,0 0 0-16,0 0 0 0,0 0-1 15,0 0 1 1,19 162-1-16,21-90 2 0,0-2-2 15,1-2 0-15,-4-8 0 16,-6-5 0-16,-4-7 0 16,-9-8 0-16,-2-8 0 15,-3-6 0-15,-4-17-3 16,-2-9-19-16</inkml:trace>
  <inkml:trace contextRef="#ctx0" brushRef="#br1" timeOffset="63135.98">15566 13622 2032 0,'0'0'3'15,"0"0"0"-15,0 0 0 16,0 0-2-16,-124 138 1 16,85-44-1-16,-3 6 1 15,-3 1-2-15,-6-3 0 16,-2-8 0-16,3-6 0 15,6-12 0-15,13-12 0 16,10-11 0-16,11-17 0 16,10-10 0-16,0-10 0 15,16-12-2-15,19 0-5 16</inkml:trace>
  <inkml:trace contextRef="#ctx0" brushRef="#br1" timeOffset="63635.45">15972 13652 2021 0,'0'0'7'0,"0"0"-3"15,0 0 2-15,0 0-4 16,0 0-2-16,0 0 0 0,-41-12 0 16,41 12 0-1,0 0 0-15,0 0 0 0,0 0 1 16,0-8 0-16,0 2-1 16,2-1 1-16,1 2-1 15,-1 2 0-15,-2 1 1 16,0-2-1-16,0 1 1 15,0-3-1-15,0 1 0 16,0 3 0-16,0 0 0 16,0 2 0-16,0 0 0 15,0 0 2-15,0 0-2 16,0 0 0-16,0 0 0 16,0 16 0-16,0 25 0 15,0 17 0-15,0 14 0 16,0 1 0-16,0 7 0 0,0-5 0 15,0-5 0-15,0-1 0 16,0-11 0-16,0-5 0 16,0-12 0-16,1-9 0 15,9-16 0-15,5-11-9 16</inkml:trace>
  <inkml:trace contextRef="#ctx0" brushRef="#br1" timeOffset="64036.98">16464 13672 2029 0,'0'0'8'0,"0"0"-3"0,0 0-3 0,0 0-1 15,0 0-1-15,0 0 2 16,-112 136-2-16,97-80 0 15,10-4 0-15,5-2 0 16,0-5 0-16,16-5 0 16,13-13 0-16,4-10 0 15,7-11 0-15,3-6 0 16,-1-12 0-16,-2-22 0 16,-5-9 0-16,-4-7 0 15,-6-6 0-15,-13 0 0 0,-12-3 0 16,0 7 0-16,-16 3 0 15,-15 12 0-15,-7 16 0 16,0 12 0-16,-9 9 0 16,1 9 0-16,0 27 0 15,7 10 0-15,16 2 0 16,19 2 0-16,4-6-2 16,18-10-4-16</inkml:trace>
  <inkml:trace contextRef="#ctx0" brushRef="#br1" timeOffset="64425.61">17228 13483 2037 0,'0'0'4'15,"0"0"0"-15,0 0-2 16,0 0-2-16,-114 28 0 15,88 20 0-15,5 11 0 16,10 3 0-16,7 2 0 16,4-2 0-16,0-12 0 15,13-8 0-15,18-12 0 16,17-14 0-16,5-14 0 16,2-2 0-16,3-16 0 0,-6-20 0 15,-10-4 0 1,-7-4 0-16,-14 0 0 0,-17-6 0 15,-4 2 0-15,-17-2 0 16,-22 5 0-16,-12 9 0 16,0 14 0-16,-7 21 0 15,0 1 0-15,5 13 0 16,8 21 0-16,16 7 0 16,18 1 0-16,11 0-2 15,0-8-3-15</inkml:trace>
  <inkml:trace contextRef="#ctx0" brushRef="#br1" timeOffset="64703.45">18438 13247 2032 0,'0'0'8'0,"0"0"-6"0,0 0 0 15,0 0-1-15,0 0-1 16,0 0 2-16,176-26-2 16,-113-1 0-16,-3 1 0 15,-12 4 0-15,-3 4 0 0,-9 4-2 16,-15 4-8-16,-11 6-331 15</inkml:trace>
  <inkml:trace contextRef="#ctx0" brushRef="#br1" timeOffset="64890.97">18391 13577 1996 0,'0'0'30'15,"0"0"-22"-15,0 0-1 16,0 0-4-16,120-13-2 15,-44-18-1-15,2 1 2 16,-6-1-2-16,-5 8 0 0,-13 3 0 16,-11 6 0-16,-9 4-2 15,-12-4-2-15,-9 1-164 16</inkml:trace>
  <inkml:trace contextRef="#ctx0" brushRef="#br1" timeOffset="65684.44">19978 12771 2027 0,'0'0'6'0,"0"0"-4"0,0 0 2 0,0 0-2 15,0 0-1-15,0 0 0 16,0 0-1-16,-100 40 0 15,42-22 1-15,4-6-1 16,7-7 0-16,13-5 0 16,19 0 0-16,15-9 0 15,0-17 1-15,20-7-1 0,25-4 0 16,8 4 0 0,8 4 0-16,-7 9 0 15,0 16 0-15,-7 4 0 0,-7 17 0 16,-6 25 0-16,-12 8 0 15,-15 5 0-15,-7 2 0 16,-9-1 0-16,-24 1 0 16,-15 1 2-16,-10 5-2 15,-10-1 0-15,-13 0 0 16,-1-12 0-16,8-13 0 16,18-19 0-16,21-18 0 15,20-2 0-15,15-33 0 16,0-19 0-16,17-8 0 15,24 4 0-15,8 13 0 16,6 18 0-16,3 21 0 0,-2 6 0 16,0 10 0-1,-6 21 0-15,2 8 0 0,-8 3 0 16,-5 0 0-16,-6-2 0 16,-2-5 0-16,-2-5 0 15,-5-10-4-15,-2-8-35 16</inkml:trace>
  <inkml:trace contextRef="#ctx0" brushRef="#br1" timeOffset="66002.96">20476 12599 2032 0,'0'0'7'0,"0"0"-3"0,0 0-2 0,0 0-2 0,-122 38 2 15,107 8-2-15,10 0 0 16,5-6 0-16,16-3 0 16,26-7 0-16,13-5 0 15,10-4 0-15,2-3 0 16,-3-2 0-16,-12 2 0 16,-15 1 0-16,-12 2 0 15,-16 2 0-15,-9 2 0 16,0 0 0-16,-15 2 0 15,-23-1 0-15,-14-2 0 16,-10-4 0-16,-9-6 0 16,-7-6 0-16,4-8-4 0,12-2-180 15</inkml:trace>
  <inkml:trace contextRef="#ctx0" brushRef="#br1" timeOffset="66174.96">20350 12627 2030 0,'0'0'7'0,"0"0"-4"16,116-86 0-16,-56 66-2 15,9 3 0-15,4 7-1 0,1 5 0 16,-1 2 0 0,-6 3-1-16,-5-3-2 0,-6-5-79 15</inkml:trace>
  <inkml:trace contextRef="#ctx0" brushRef="#br1" timeOffset="66405.88">21582 12059 2031 0,'0'0'7'0,"0"0"-2"16,0 0-3-16,0 0 0 15,0 0-2-15,-127 53 0 16,104 35 0-16,8 12 0 15,3 6 0-15,2 7 0 16,-6 3 0-16,-4-2 0 0,-7-7 0 16,-2-11 0-16,0-15 0 15,2-14 0-15,3-17 0 16,-1-22-2-16,1-23-14 16</inkml:trace>
  <inkml:trace contextRef="#ctx0" brushRef="#br1" timeOffset="66584.81">20980 11976 2035 0,'0'0'3'0,"0"0"1"0,0 0-2 16,0 0-1-16,0 0-1 15,0 0 0-15,45 15 0 16,-10 50 0-16,-1 5-2 15,-8 4-22-15</inkml:trace>
  <inkml:trace contextRef="#ctx0" brushRef="#br1" timeOffset="66787.02">21902 13130 2039 0,'0'0'2'16,"0"0"-1"-16,0 0 1 0,0 0-1 15,0 0 1-15,0 0-2 16,0-64 0-16,0 26-2 16,-2-12-7-16</inkml:trace>
  <inkml:trace contextRef="#ctx0" brushRef="#br1" timeOffset="67253.74">20944 11078 2022 0,'-260'-44'4'16,"-19"44"3"-16,-9 37-3 15,12 61-1-15,24 65 0 16,30 51-2-16,37 52 0 16,36 40-1-16,32 10 2 15,44 14-2-15,42-10 0 16,31-11 0-16,52-22 0 16,48-40 0-16,45-46 0 15,40-46 0-15,46-42 0 16,43-54 0-16,38-42 0 15,22-31 0-15,1-67 0 16,-8-31 0-16,-12-29 0 0,-18-17 0 16,-6-24 0-16,-15-27 0 15,-24-33 0-15,-41-29 0 16,-57-32 0-16,-76-20 0 16,-78-4 0-16,-92 5 0 15,-101 32 0-15,-79 57 0 16,-76 64 0-16,-59 75 0 15,-52 69 0-15,-40 38 0 16,-8 74 0-16,24 51 0 16,64 44 0-16,94 36-2 15,98 17 0-15</inkml:trace>
  <inkml:trace contextRef="#ctx0" brushRef="#br1" timeOffset="67596.69">17355 16525 2041 0,'0'0'1'0,"0"0"-1"0,138-146 1 0,61-15 0 15,79-59 0-15,80-39 1 16,62-34-2-16,37-34 0 16,21-12 0-16,-3 27 0 15,-32 58 0-15,-73 74-2 16,-96 70 2-16,-107 52-2 15,-97 31-7-15,-70 21-24 16,-37 6-657-16</inkml:trace>
  <inkml:trace contextRef="#ctx0" brushRef="#br1" timeOffset="67897.85">17489 17317 2034 0,'0'0'4'0,"158"-72"-2"16,31-67 1-16,76-65-1 16,81-65 0-16,75-52-2 15,65-28 0-15,44-30 0 16,7-6 0-16,-16 15 0 15,-51 59 0-15,-71 78-2 16,-82 89 2-16,-88 64-1 0,-75 31-1 16,-72 26 0-16,-46 8 0 15,-36 9 0-15,-16 6-18 16,-49 0-180-16</inkml:trace>
  <inkml:trace contextRef="#ctx0" brushRef="#br1" timeOffset="69060.84">981 9074 2020 0,'0'0'0'0,"-38"126"1"0,32-64 4 0,3-10 3 16,3-12-4-16,5-16-3 16,35-20 1-16,24-8 0 15,43-64-1-15,44-50 0 16,65-46-1-16,56-39 0 15,50-18 2-15,21 11-2 16,-16 15 0-16,-35 34 0 16,-43 36 0-16,-51 28 0 0,-46 30 0 15,-45 22 0-15,-46 21 0 16,-37 18 0-16,-24 6-2 16,-22 26 1-16,-59 34-1 15,-41 16-7-15,-41 13-102 16</inkml:trace>
  <inkml:trace contextRef="#ctx0" brushRef="#br1" timeOffset="69411.89">819 9842 2023 0,'0'0'1'15,"0"0"1"-15,0 0 5 16,0 0-1-16,118 84-3 16,1-147-1-16,40-37-1 15,43-34-1-15,50-24 2 16,46-20-2-16,37-9 0 16,15-1 0-16,-16-4 0 15,-14 10 0-15,-23 12 0 16,-25 18 0-16,-31 31 0 15,-54 31 0-15,-49 28 0 16,-56 26 0-16,-42 20 0 0,-28 10 0 16,-12 6 0-16,0 0 0 15,0 2 0-15,-16 26 0 16,1 8 0-16,-3-5-5 16,-5-8-85-16</inkml:trace>
  <inkml:trace contextRef="#ctx0" brushRef="#br1" timeOffset="101244.84">10208 1813 2039 0,'0'0'1'0,"0"0"0"0,0 0 1 16,0 0-1-16,0 0-1 15,0 0 0-15,33 116 0 16,-11-40 0-16,-4-2 0 15,-5-8 0-15,-1-4 0 16,-4-7 0-16,-1-10-1 16,-7-6-7-16,0-11-86 15</inkml:trace>
  <inkml:trace contextRef="#ctx0" brushRef="#br1" timeOffset="101695.79">10138 1791 2035 0,'0'0'4'0,"0"0"-1"16,20-143-1-16,20 105-1 15,14 5-1-15,6 12 2 16,0 7-2-16,-6 14 0 16,-13 0 0-16,-9 20 0 15,-12 26 0-15,-13 9 0 16,-7 10 0-16,-16 8 0 15,-27 3 0-15,-10 2 0 0,-3-6 0 16,1-10 0 0,12-18 0-16,17-18 0 0,13-14 0 15,11-10 0 1,2-2 0-16,7-6 0 0,30-20 0 16,16-6 0-16,8 8 0 15,1 8 0-15,-6 12 0 16,-8 4 0-16,-3 0 0 15,-11 20 0-15,-12 4 0 16,-15 5 0-16,-7 4 0 16,-16 3 0-16,-26 5 0 15,-14-1 0-15,-7-2 0 16,-3-4 0-16,3-6 0 16,8-3 0-16,10-11 0 0,19-1-2 15,9-9 1-15,17-4-4 16,0 0-31-16</inkml:trace>
  <inkml:trace contextRef="#ctx0" brushRef="#br1" timeOffset="102603.08">10969 1846 2012 0,'0'0'27'0,"0"0"-24"0,0 0 0 15,0 0-1-15,0 0-2 16,0 0 0-16,-162 23 0 0,108 33 0 16,8 4 0-16,10 4 0 15,14-2 0-15,11-4 0 16,11-10 0-16,0-9 0 16,14-13 0-16,25-12 0 15,6-12 0-15,13-2 0 16,-1-16 0-16,-4-20 0 15,-3-11 0-15,-15-8 0 16,-8-10 0-16,-12-3 0 16,-7 6 0-16,-8 9 0 15,0 21 0-15,0 14 0 16,-5 17 0-16,-6 1 0 0,-4 12 0 16,-6 26 0-1,3 13 0-15,5 8 0 0,11-3 0 16,2-12 0-16,2-8 0 15,18-10 0-15,6-17 0 16,8-9 0-16,4 0 0 16,2-23 0-16,4-19 0 15,-3-12 0-15,-5-8 0 16,-8-4 0-16,-7 0 0 16,-12 1 0-16,-9 11 0 15,0 10 0-15,0 20 0 16,-5 14 0-16,-2 8 0 15,-2 2 0-15,0 10 0 0,-2 20 0 16,2 8 0 0,9 3 0-16,0-4 0 0,0-5 0 15,23-3 0 1,0-9 0-16,10-4 0 0,-2-4 0 16,-2 0 0-16,-5 2 0 15,-8 2 0-15,-10 7 0 16,-6 4 0-16,0 3 0 15,-22 2 0-15,-10-8 0 16,6-8 0-16,6-7 0 16,9-9 0-16,11 0 0 15,0-11 0-15,0-21 0 16,22-11 0-16,7-7 0 16,4-5 0-16,-2 5 0 0,3 0 0 15,-3 7 0-15,-6 9 0 16,-5 10 0-16,-9 5 0 15,-5 12 0-15,0 3 0 16,-6 4 0-16,0 0 0 16,0 0 0-16,0 9 0 15,2 18 0-15,9 14 0 16,-1 5 0-16,2 6 0 16,1 2 0-16,1-2 0 15,1 1 0-15,-6-12 0 16,-4-7 0-16,-5-9 0 15,0-14 0-15,0-9 0 16,0-2-5-16,-12-9-119 0</inkml:trace>
  <inkml:trace contextRef="#ctx0" brushRef="#br1" timeOffset="102767.99">11548 1351 2026 0,'0'0'6'0,"0"0"0"0,0 0-2 0,0 0-3 0,0 0-1 16,0 0 0-16,-8 29-1 15,16 14 1-15,1 4-4 16,-1 3-19-16</inkml:trace>
  <inkml:trace contextRef="#ctx0" brushRef="#br1" timeOffset="103022.95">11958 1652 2016 0,'0'0'23'0,"0"0"-20"16,0 0 0-16,0 0-1 16,0 0-2-16,-136-78 0 15,97 110 0-15,-6 12 0 16,7 6 0-16,13 8 0 15,12 7 0-15,13-5 0 16,0 1 0-16,32-16 0 16,14-15 0-16,10-18 0 0,6-12 0 15,-4-12 0-15,-2-28-5 16,-10-10-37-16</inkml:trace>
  <inkml:trace contextRef="#ctx0" brushRef="#br1" timeOffset="103390.93">11925 990 2003 0,'-121'-106'23'0,"-27"28"-12"16,-35 36-8-16,-43 34 0 15,-23 16-2-15,-11 58 0 16,-8 38-1-16,14 28 2 16,26 27-2-16,35 21 0 0,51 23 0 15,53 22 0-15,50 11 0 16,39 1 0-16,60-23 0 15,56-33 0-15,45-44 0 16,35-48 0-16,23-46 0 16,23-42 0-16,8-20 0 15,-3-60 0-15,-4-29 0 16,-29-30 0-16,-27-18 0 16,-35-21 0-16,-35-28 0 15,-30-20 0-15,-27-12 0 16,-31 11 0-16,-29 26 0 15,-44 37 0-15,-57 44 0 16,-49 42 0-16,-58 45 0 0,-55 32 0 16,-29 16 0-16,8 38 0 15,45 0 0-15,58-22-5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4:59:20.270"/>
    </inkml:context>
    <inkml:brush xml:id="br0">
      <inkml:brushProperty name="width" value="0.05292" units="cm"/>
      <inkml:brushProperty name="height" value="0.05292" units="cm"/>
      <inkml:brushProperty name="color" value="#00008B"/>
    </inkml:brush>
    <inkml:brush xml:id="br1">
      <inkml:brushProperty name="width" value="0.05292" units="cm"/>
      <inkml:brushProperty name="height" value="0.05292" units="cm"/>
      <inkml:brushProperty name="color" value="#FF0000"/>
    </inkml:brush>
  </inkml:definitions>
  <inkml:trace contextRef="#ctx0" brushRef="#br0">7881 1857 2026 0,'0'0'7'0,"0"0"-7"0,0 0 1 16,54 142 3-16,-23-84-1 16,11-8-2-16,7-12 0 15,14-16 0-15,12-20-1 16,12-2 1-16,7-21-1 15,8-38 0-15,3-13 0 16,0-13 2-16,-5 2-2 16,-17 14 0-16,-19 17 0 15,-23 16 0-15,-24 18 0 16,-13 13 0-16,-4 5 0 16,0 5 0-16,-37 31-2 15,-19 12 2-15,-13 8-5 16,-4-3-86-16</inkml:trace>
  <inkml:trace contextRef="#ctx0" brushRef="#br0" timeOffset="327.95">7567 2329 2035 0,'0'0'3'16,"0"0"-2"-16,-56 128 2 15,56-62-1-15,27-2-1 16,17-9 1-16,21-10-2 16,19-19 0-16,26-26 0 15,30-12 0-15,26-54 0 0,21-31 0 16,2-15 0 0,-4-2 0-16,-9 4 0 0,-18 11 0 15,-18 13 0-15,-19 20 0 16,-30 17 0-16,-24 21 0 15,-24 17 0-15,-20 5 0 16,-12 6 0-16,-8 0 0 16,-3 0 0-16,0 0 0 15,0 12 0-15,2 13 0 16,-2 2-6-16</inkml:trace>
  <inkml:trace contextRef="#ctx0" brushRef="#br1" timeOffset="25143.03">4336 3569 1950 0,'0'0'20'0,"0"0"-14"0,0 0 14 16,0 0-8-16,0 0-7 16,0 0 1-16,0 0-2 0,-6 2-1 15,6-2-1 1,0 2-1-16,2 2 0 0,21 3 0 16,10 0 0-16,9 1 1 15,14-2-1-15,6-2 0 16,14 0 0-16,11-4 0 15,12 0 0-15,11 0-1 16,6 0 1-16,7 0-1 16,6 0 0-16,6 0 1 15,11 0-1-15,3 0 1 16,5 2-1-16,4 2 0 16,0 0 0-16,0 2 1 15,-4-6-1-15,-5 0 0 16,-8 0 0-16,-8 0 0 0,-6-2 0 15,-7-8 0-15,-13 2 0 16,-22 2 1-16,-23 4-1 16,-28 2 0-16,-18 0 0 15,-12 0 0-15,-4 0 0 16,0 0 0-16,0 0 0 16,-4 0 1-16,-15 2-1 15,3 2 0-15,1 0 0 16,4 0-1-16,5 0 0 15,6-4-14-15</inkml:trace>
  <inkml:trace contextRef="#ctx0" brushRef="#br1" timeOffset="25863.94">8235 3649 1978 0,'0'0'13'0,"0"0"-9"0,0 0 6 16,0 0 4-16,0 0-5 15,0 0-4-15,-100 0-4 16,114 0 1-16,19 0-1 16,16 0 1-16,13 0-1 0,12-6 0 15,8 1-1 1,12 1 1-16,13-1-1 0,13 2 1 16,18 3-1-16,11 0 0 15,12-3 0-15,8 1 0 16,6-2 0-16,0-4 1 15,-1-5-1-15,-12 1 0 16,-10-5 0-16,-13 2 0 16,-10 2 0-16,-13-1 0 15,-10 0 0-15,-14-2 1 16,-12 0-1-16,-13 2 0 16,-11 1 0-16,-12 4 0 0,-15 5 0 15,-11 0 0 1,-11 4 0-16,-5 0 2 0,-2 0-2 15,0 0 0-15,0 0 0 16,0 0 0-16,0 0 0 16,0 0 0-16,0 0 0 15,0 0 0-15,0 0 0 16,0 0-2-16,0 0 2 16,-12 0 0-16,-5 11-2 15,-8 2-13-15</inkml:trace>
  <inkml:trace contextRef="#ctx0" brushRef="#br1" timeOffset="27847.99">12319 3521 1970 0,'0'0'17'0,"0"0"-11"0,0 0 7 0,0 0-3 15,0 0-6 1,0 0 0-16,0 0-1 0,-4 0 0 16,4 0 1-16,0 0-3 15,0 0 0-15,0 0-1 16,0 0 0-16,13 0 1 15,18 2-1-15,16 0 1 16,16-2 0-16,10 0-1 16,18 0 1-16,15 0 0 15,14 0-1-15,20 0 0 16,18 0 0-16,20 0 1 16,23 0-1-16,18 0 0 15,8 0 0-15,5 0 1 0,-12 0-1 16,-22 4 0-1,-20 1 0-15,-30 2 0 0,-24-6 0 16,-21-1 0-16,-23 0 0 16,-17 0 0-16,-15 0 0 15,-15 0 1-15,-8 0-1 16,-11 0 0-16,-8 0 1 16,-3 0-1-16,-3 0 0 15,0 0 0-15,0 0 0 16,0 0 0-16,0 0 0 15,0 0 0-15,0 0 0 16,0 0 0-16,0 0 0 16,0 0 0-16,0 0 0 15,0 0 0-15,0 0 0 16,0-1 0-16,-15 1 0 0,-6 0-2 16,-8 0-10-16</inkml:trace>
  <inkml:trace contextRef="#ctx0" brushRef="#br1" timeOffset="29402.17">16231 3552 1979 0,'0'0'17'0,"0"0"-8"0,0 0-1 15,0 0 5-15,0 0-6 0,0 0-5 16,-30-6 0-16,30 6-1 15,24 0 0-15,28 0 0 16,35 0 0-16,49 0 0 16,32 0 0-16,29 0 0 15,10 3-1-15,-6 3 0 16,-19 2 0-16,-21 0 1 16,-28-2-1-16,-30-1 0 15,-26-2 0-15,-29-3 0 16,-26 0 0-16,-11 0 0 15,-11 0 0-15,0 0 0 16,0 0 0-16,-6 0 0 16,-21 0 2-16,-4 0-2 0,-5 0 0 15,7 0 0 1,9 0 0-16,7 0 0 0,5 0 0 16,6 0 0-16,2 0-2 15,0 0 2-15,0 0-1 16,0 4 0-16,-6 6-3 15,-1-2-9-15,-1 0-69 16</inkml:trace>
  <inkml:trace contextRef="#ctx0" brushRef="#br1" timeOffset="31907.62">914 4770 1981 0,'0'0'12'0,"0"0"-8"0,0 0 6 15,0 0-1-15,0 0-4 16,0 0-3-16,-6 0-1 15,6 0 0-15,0 0-1 16,0 0 0-16,6 6 0 16,14 2 1-16,6-1 1 15,8-1-2-15,7 0 1 16,5-5 0-16,10-1 1 16,6 0-2-16,5 0 1 15,2 0-1-15,3 0 1 16,-1 0-1-16,3 0 1 0,-1 0 0 15,2 0-1-15,6 0 1 16,4 0-1-16,-1-1 1 16,-4 1-1-16,-7 0 0 15,-5 0 0-15,-6 0 0 16,3 0 0-16,-1 0 0 16,3 0 0-16,4-2 1 15,5-2-1-15,2-1 0 16,5 4 0-16,-1-2 0 15,-5 1 0-15,-2 0 0 16,-8 2 0-16,-3 0 0 16,-4 0 0-16,1 0 0 0,-3 0 0 15,2 0 0 1,2 0 0-16,3 0 0 0,0 0 0 16,5 0 0-16,-1 0 0 15,1 0 0-15,1 0 0 16,-5 0 0-16,3 0 0 15,3 0 0-15,4 0 0 16,4-2 0-16,2 0 0 16,3 0 0-16,0-2 0 15,2 2 0-15,-3 0 1 16,-1-2-1-16,-3 2 0 16,-6-1 0-16,4 3 0 15,-5 0 0-15,-4 0 0 16,-3 0 0-16,-2 0 0 0,-7 0 0 15,3 0 0-15,-4 0 0 16,0 0 0-16,0 0 0 16,-4 0 0-16,2 0 0 15,0 0 0-15,4 0 0 16,0 0 0-16,7 0 0 16,1-2 0-16,1-4 0 15,2 0 0-15,-5-1 0 16,-7 5 0-16,-1 0 0 15,-1 2 0-15,-4 0 0 16,4 0 0-16,6 0 0 0,6 0 0 16,9 0 0-1,6 0 0-15,4 0 0 0,1 0 0 16,0 0 0-16,-2 0 0 16,-2 2 0-16,-5 0 0 15,-2-2 0-15,-1 0 0 16,-4 0 0-16,1 0 0 15,-7 0 0-15,-1 0 0 16,-1 0 0-16,-3 0 0 16,4 0 0-16,1-2 0 15,1 0 0-15,-3 0 0 16,-5-2 0-16,-9-2 0 16,-3-1 0-16,-2 4 0 15,-11-2 0-15,-6-1 0 16,-10 1 0-16,-4 5 0 0,1 0 0 15,-6 0 0-15,4 0 0 16,-3 0 0-16,0 0 0 16,-1 0 0-16,0 0 1 15,-4 0-1-15,0 0 0 16,1 0 0-16,-3 0 1 16,-2 0-1-16,0 0 0 15,0 0 0-15,0 0 0 16,0 0 0-16,0 0 0 15,0 0 0-15,-27 0-2 16,-19 0-18-16</inkml:trace>
  <inkml:trace contextRef="#ctx0" brushRef="#br1" timeOffset="34081.56">12681 4642 1989 0,'0'0'21'0,"0"0"-13"0,0 0 2 0,0 0-5 16,0 0-3-16,0 0-2 15,0 0 0-15,-5-4 0 16,5 4 0-16,31 0 0 16,22 0 1-16,23 4 0 15,41-2 0-15,34-2 1 16,43 0-1-16,42 0 0 15,29 0 0-15,36 0-1 16,15-4 1-16,11-4-1 16,2-1 0-16,-27 0 1 15,-34 1-1-15,-42 0 0 16,-35 0 0-16,-45 0 0 0,-26-1 0 16,-29 3 0-16,-24-1 0 15,-15 3 0-15,-12-2 2 16,-15 2-2-16,-9 0 0 15,-10 1 0-15,-6 2 0 16,0 1 0-16,0 0 0 16,0 0 0-16,-25 0 0 15,-24 5 0-15,-18 19-2 16,-33-1-12-16</inkml:trace>
  <inkml:trace contextRef="#ctx0" brushRef="#br1" timeOffset="42410.21">9232 5839 1994 0,'0'0'28'0,"0"0"-20"15,0 0-3-15,0 0 0 0,0 0-2 16,0 0-2 0,0 0-1-16,0-72 1 0,0 90-1 15,-14 20 0-15,-4 17 0 16,-4 6 2-16,-1 6-2 16,2-1 0-16,-1-2 0 15,5-2 0-15,6-7 0 16,7-10 0-16,4-7 0 15,0-11 0-15,2-12 0 16,16-7 0-16,6-8 0 16,7 0 0-16,8-12 0 15,1-14 0-15,-3-6 0 16,1-6 0-16,-7-2 0 16,-2-4 0-16,-6 4 0 15,-7 5 0-15,-10 12 0 16,-1 9 0-16,-5 10 0 15,0 4 0-15,0 0 0 0,0 0 0 16,0 15 0-16,0 18 0 16,0 5 0-16,0 7 0 15,0-6 0-15,0-3 0 16,0-4 0-16,10-10 0 16,9-6 0-16,1-7 0 15,8-9 0-15,6 0 0 16,2-13 0-16,2-10 0 15,-5-10 0-15,-4-2 0 16,-7-7 0-16,-11-2 0 0,-11-1 0 16,0-4 0-1,-4 5 0-15,-16 8 0 0,-5 12 0 16,5 6 0-16,2 10 0 16,1 6 0-16,-6 2 0 15,1 0 0-15,-5 20 0 16,5 5 0-16,6 0 0 15,12 4 0-15,4-2-4 16,4 0-15-16</inkml:trace>
  <inkml:trace contextRef="#ctx0" brushRef="#br1" timeOffset="42814.29">10268 5867 2025 0,'0'0'8'0,"0"0"-2"0,0 0-3 0,0 0-1 0,-126-26-2 16,89 50 1-16,-3 4-1 16,4 8 0-16,7 1 0 15,9-4 0-15,16 0 2 16,4-8-2-16,4-4 0 15,27-9 0-15,10-5 0 0,3-2 0 16,5-3 0 0,-7 3 0-16,-3-4 0 0,-9 3 0 15,-12-1 0-15,-11 8 0 16,-7 1 0-16,0 8 0 16,-23 4 0-16,-12 2 0 15,-5-2 0-15,-3-2 0 16,10-2 0-16,2-5 0 15,7-3 0-15,6-5 0 16,9-1 0-16,9-4 0 16,0 0-2-16,0-2-3 15,19 0-50-15</inkml:trace>
  <inkml:trace contextRef="#ctx0" brushRef="#br1" timeOffset="43211.28">10840 5773 2028 0,'0'0'8'0,"0"0"-4"16,0 0-1-16,0 0-2 16,-147-46 0-16,109 54-1 15,-2 18 2-15,3 4-2 16,8 4 0-16,6 0 0 15,12-2 0-15,8 0 0 16,3-3 0-16,3-6 0 0,21-1 0 16,7-8 0-16,8-2 0 15,-2-1 0-15,-1-3 0 16,-5 2 0-16,-4-1 0 16,-10 2 0-16,-5-1 0 15,-10 1 0-15,-2 2 0 16,0 3 0-16,-22 4 0 15,-5-2 0-15,-7 0 0 16,-3 0 0-16,3-5 0 16,3-5 0-16,2-1 0 15,9-7 0-15,5 0 0 16,8 0-5-16,4-14-79 16</inkml:trace>
  <inkml:trace contextRef="#ctx0" brushRef="#br1" timeOffset="43497.07">11607 5745 2034 0,'0'0'4'0,"0"0"-2"0,0 0 2 16,0 0-3 0,0 0 1-16,0 0-2 0,10-14 0 15,19 5 0-15,12-2 0 16,3-3 0-16,-2 2 0 16,-3 2 0-16,-6 3-2 15,-6 6-3-15,-14 1-45 16</inkml:trace>
  <inkml:trace contextRef="#ctx0" brushRef="#br1" timeOffset="43685">11519 5934 1997 0,'0'0'41'0,"0"0"-40"15,0 0 2-15,0 0 0 0,0 0-3 16,0 0 2-1,85-5-2-15,-41-7 0 0,8-2 0 16,2-3 0-16,2-2 0 16,-4 1 0-16,-9-2-13 15</inkml:trace>
  <inkml:trace contextRef="#ctx0" brushRef="#br1" timeOffset="44418.2">12910 5382 1997 0,'0'0'27'0,"0"0"-19"0,0 0 0 16,0 0-5-16,0 0-1 15,0 0-2-15,-107-65 0 16,70 74 2-16,-9 17-2 16,2 10 0-16,3 6 0 15,4 8 0-15,10 2 0 16,10 0 0-16,10 0 0 16,7-3 0-16,5-3 0 15,28-8 0-15,11-10 0 0,12-10 0 16,4-10 0-16,-2-6 0 15,-6-2 0-15,-8 0 0 16,-9 0-4-16,-10-12-31 16</inkml:trace>
  <inkml:trace contextRef="#ctx0" brushRef="#br1" timeOffset="45004.46">13402 5209 2029 0,'0'0'8'0,"0"0"-4"16,0 0-1-16,0 0-2 15,0 0 1-15,0 0-2 0,-2 102 0 16,-5-27 0 0,2-2 0-16,4-4 0 0,1 0 0 15,0-6 0-15,-2-2 0 16,2-9 0-16,0-8 0 16,-2-8 0-16,2-11 0 15,0-10 0-15,0-13-5 16,0-2-268-16</inkml:trace>
  <inkml:trace contextRef="#ctx0" brushRef="#br1" timeOffset="45267.8">13433 5279 2033 0,'0'0'5'0,"0"0"-2"15,65-110-1-15,-27 88 0 16,2 14-2-16,0 8 0 15,-2 0 0-15,-9 30 2 16,-7 7-2-16,-10 0 0 16,-12 5 0-16,0-4 0 15,-16-1 0-15,-15-5 0 16,-5-1 0-16,-4-1 0 16,2-9 0-16,3-3 0 15,9-7 0-15,9-4 0 16,13-3 0-16,-1-2-5 15,3-2-115-15</inkml:trace>
  <inkml:trace contextRef="#ctx0" brushRef="#br1" timeOffset="45768.91">14098 5122 2034 0,'0'0'5'16,"0"0"-3"-16,0 0 2 16,0 0-2-16,0 0-2 15,0 0 0-15,-27 1 0 0,38 23 0 16,18 5 0-16,6 1 0 15,10-2 0-15,-1-2 0 16,4-1 0-16,-6-4 0 16,-7-5 0-16,-4-2 0 15,-10-2 0-15,-11-4 0 16,-2 3 0-16,-8 6 0 16,0 8 0-16,-6 8 0 15,-27 9 0-15,-11 6 0 16,-12 6 0-16,-2 1 0 15,-4-1 0-15,-1-1 0 16,5-3 0-16,0-1 0 16,8-7 0-16,5-9 0 0,13-10 0 15,11-9 0-15,9-7 0 16,8-3 0-16,4-4 0 16,0 0 0-16,0 0 0 15,0 0 0-15,14-11 0 16,15-5 0-16,6-2-2 15,-1-8-23-15</inkml:trace>
  <inkml:trace contextRef="#ctx0" brushRef="#br1" timeOffset="46579.61">15169 5051 1984 0,'0'0'31'0,"0"0"-20"16,0 0-1-16,0 0-4 16,0 0-4-16,0 0-1 15,-93-74-1-15,52 74 2 16,1 9-2-16,1 16 0 16,7 6 0-16,8 5 0 15,10-1 0-15,9 1 0 16,5-1 0-16,3-3 0 15,26 0 0-15,9-2 0 16,9-4 0-16,4-2 0 16,-5 0 0-16,-3 2 0 0,-9-1 0 15,-12-6 0 1,-4 1 0-16,-12-3 0 0,-6-4 0 16,0 5 0-16,-25 1 0 15,-12 2 0-15,-12 3 0 16,-2-1 0-16,3-5 0 15,6-3 0-15,7-2 0 16,10-9 0-16,8-4 0 16,9 0 0-16,8-9 0 15,0-17 0-15,19-2-3 16,16-6-26-16</inkml:trace>
  <inkml:trace contextRef="#ctx0" brushRef="#br1" timeOffset="46830.44">15546 5013 2041 0,'0'0'1'0,"0"0"1"0,0 0 1 0,0 0-3 16,0 0 0-16,0 0 0 15,-16 52 0-15,9 6 0 16,5 10 0-16,2 5 0 15,0-1 0-15,0-4 0 16,0-5 0-16,2-6 0 0,-2-7 0 16,0-7 0-16,0-13 0 15,0-10-4-15,0-8-36 16</inkml:trace>
  <inkml:trace contextRef="#ctx0" brushRef="#br1" timeOffset="47050.46">15517 4984 2037 0,'0'0'4'0,"0"0"-2"15,49-113 0 1,-7 95-2-16,4 10 2 16,2 8-2-16,-6 0 0 15,-9 11 0-15,-13 24 0 16,-12 1 0-16,-8 10 0 0,-12 0 0 15,-30 4 0-15,-14 4 0 16,-8 1 0-16,-13-2 0 16,-18-6-5-16</inkml:trace>
  <inkml:trace contextRef="#ctx0" brushRef="#br1" timeOffset="47688.99">8766 6782 2016 0,'0'0'4'0,"0"0"-3"0,0 0 5 0,0 0 0 16,0 0-3-16,135-10-1 16,13-15 0-16,57-9-1 15,57-4 0-15,62-6 0 16,61-2 0-16,63-4-1 15,51 0 1-15,23-3-1 16,16 2 0-16,-2-2 0 0,-17 5 0 16,-18 4 0-16,-38 4 0 15,-46 5 0-15,-65 6 0 16,-67 6 0-16,-65 0 0 16,-64 4 0-16,-44 4 0 15,-39 2 2-15,-28 6-2 16,-23 0 0-16,-17 4 0 15,-5-2 0-15,0 5 0 16,-22 0 0-16,-14 0 0 16,-9 8 0-16,-11 6-2 15,-15-1-15-15</inkml:trace>
  <inkml:trace contextRef="#ctx0" brushRef="#br1" timeOffset="48885.21">9213 7961 2038 0,'0'0'4'0,"0"0"-3"16,0 0-1-16,0 0 2 16,0 0-2-16,0 0 0 0,0 0 0 15,-15 70 2-15,7 8-2 16,-9 6 0-16,-5 1 0 16,-3-6 0-16,-1-6 0 15,2-15 0-15,5-9 0 16,4-14 0-16,6-11 0 15,9-12 0-15,0-6 0 16,0-6 0-16,31 0 0 16,16-8 0-16,6-11 0 15,-6-4 0-15,-6 3 0 16,-13 0 0-16,-3 2 0 16,-3 0 0-16,-1 2 0 0,0 0 0 15,0 0 0 1,1 0-5-16,-2-1-58 0</inkml:trace>
  <inkml:trace contextRef="#ctx0" brushRef="#br1" timeOffset="49253.26">9590 8139 2035 0,'0'0'6'16,"0"0"-3"-16,0 0-2 15,0 0 1-15,0 0-2 16,0 0 0-16,-20-38 0 15,4 69 0-15,-1 16 0 16,1-1 0-16,7 1 0 0,5-1 0 16,4-2 0-1,0-6 0-15,0-6 0 0,13-14 0 16,16-11 0-16,4-7 0 16,8 0 0-16,-3-23 0 15,-5-11 0-15,-6-3 0 16,-8-1 0-16,-7-2 0 15,-12 2 0-15,0 2 0 16,-4 4 0-16,-17 6 0 16,-3 4 0-16,-1 13 0 15,-4 6 0-15,1 3 0 16,-4 0 0-16,8 22 0 16,10 6 0-16,10 4 0 0,4 2 0 15,2-1-4-15,20-5-16 16</inkml:trace>
  <inkml:trace contextRef="#ctx0" brushRef="#br1" timeOffset="49623.06">10181 8111 2001 0,'0'0'34'0,"0"0"-30"16,0 0 0-16,-76-114-2 15,49 103-2-15,1 11 2 16,-6 0-2-16,0 15 0 16,4 15 0-16,4 6 0 0,12 0 0 15,10-3 0-15,2-1 0 16,4-5 0-16,23-3 0 16,6-4 0-16,8-2 0 15,-1-1 0-15,-2-3 0 16,-12-1 0-16,-8 2 0 15,-11-6 0-15,-7 6 0 16,0-4 0-16,-4 6 0 16,-23-2 0-16,-9 3 0 15,-4-1 0-15,2-5 0 16,3-4 0-16,3 0 0 16,8-5 0-16,9-1 0 0,8 1 0 15,7-3-2-15,0 0-7 16</inkml:trace>
  <inkml:trace contextRef="#ctx0" brushRef="#br1" timeOffset="50036.59">10646 7967 2027 0,'0'0'8'0,"0"0"-1"15,0 0-4-15,0 0-1 16,0 0-2-16,0 0 0 0,-91-74 0 16,60 94 0-16,-2 5 0 15,3 4 0-15,6 3 0 16,9-2 0-16,12 0 0 16,3-4 0-16,0-4 0 15,26-4 0-15,10-8 0 16,5-2 0-16,1-2 0 15,1-2 0-15,-6 2 0 16,-8-2 0-16,-11 5 0 16,-9 0 0-16,-7 3 0 15,-2 4 0-15,-5 0 0 16,-23 8 0-16,-9 1 0 0,-4-2 0 16,-5 2 0-1,4-4 0-15,0-2 0 0,5-5 0 16,6-4 0-16,10-4 0 15,13-6 0-15,8 0-6 16,0-16-198-16</inkml:trace>
  <inkml:trace contextRef="#ctx0" brushRef="#br1" timeOffset="50411">11299 7910 2029 0,'0'0'10'0,"0"0"-8"0,0 0 2 16,0 0-2-16,0 0-2 16,0 0 0-16,-52-13 0 15,55 13 0-15,33-3 0 0,13-6 0 16,12-4 0 0,2-5 0-16,-7 2 0 0,-9 2 0 15,-9 0 0-15,-9 4 0 16,-12 4 0-16,-7 2 0 15,-8 2 0-15,-2 2-4 16,0 0-14-16</inkml:trace>
  <inkml:trace contextRef="#ctx0" brushRef="#br1" timeOffset="50668.05">11218 8071 2005 0,'0'0'22'0,"0"0"-13"15,0 0-3-15,0 0-4 16,0 0-1-16,0 0 1 16,137-16-2-16,-79-1 0 0,4 4 0 15,-1-1 0-15,-7 0 0 16,-4 2 0-16,-12 2 0 16,-12 0 0-16,-7 3 0 15,-11 3 0-15,-6 3 0 16,-2-2 0-16,0 3 0 15,-2 0 0-15,-16 0 0 16,-4 3-3-16,-4-3-29 16</inkml:trace>
  <inkml:trace contextRef="#ctx0" brushRef="#br1" timeOffset="51318.35">12556 7485 1994 0,'0'0'29'0,"0"0"-22"0,0 0 0 0,0 0-4 15,0 0-1-15,0 0-1 16,-89-60 0-16,53 60 0 16,-5 18-1-16,-3 11 2 15,0 9-2-15,3 5 0 16,4 10 0-16,5 2 0 16,10 4 0-16,11-3 0 15,11-2 0-15,0-6 0 16,15-8 0-16,16-8 0 15,10-7 0-15,3-9 0 16,4-10 0-16,-2-4 0 0,3-2 0 16,3 0 0-16,-4-5-3 15,-3-10-18-15</inkml:trace>
  <inkml:trace contextRef="#ctx0" brushRef="#br1" timeOffset="51558.53">12868 7469 2038 0,'0'0'5'16,"0"0"-3"-16,0 0 0 15,0 0-2-15,0 0 0 16,0 0 0-16,-50 73 0 0,46-23 0 16,4 2 0-1,0 0 0-15,0-1 0 0,0-4 0 16,0 0 0-16,0-6 0 15,0-2 0-15,0-3 0 16,0-12 0-16,0-6 0 16,0-12 0-16,2-6-11 15</inkml:trace>
  <inkml:trace contextRef="#ctx0" brushRef="#br1" timeOffset="51812.9">12866 7425 2038 0,'0'0'4'0,"0"0"-2"16,64-108-1-16,-15 83 1 0,2 14-2 15,-2 9 0-15,-4 2 0 16,-8 4 0-16,-10 22 0 16,-12 3 0-16,-9 7 0 15,-6-1 0-15,-9 1 0 16,-24 2 0-16,-15 1 0 15,-5-4 0-15,2-2 0 16,4-7 0-16,13-9 0 16,17-6 0-16,10-11 0 15,7 0-7-15</inkml:trace>
  <inkml:trace contextRef="#ctx0" brushRef="#br1" timeOffset="52167.14">13765 7553 1655 0,'0'0'381'0,"0"0"-379"15,0 0 2-15,0 0-1 16,0 0-1-16,0 0-2 0,-4 7 0 16,40-7 0-16,9-3 0 15,3-11 0-15,2 3 0 16,-4-4 0-16,-1 1 0 16,-7 3 0-16,-9 0 0 15,-9 5 0-15,-7 0 0 16,-4 4 0-16,-7 2 0 15,-2 0 0-15,0 0 0 16,0 0-2-16,0 0-8 16</inkml:trace>
  <inkml:trace contextRef="#ctx0" brushRef="#br1" timeOffset="52630.75">14737 7118 2033 0,'0'0'6'0,"0"0"-2"16,0 0-2-16,0 0 0 15,0 0-2-15,0 0 0 16,-149-36 0-16,108 63 0 15,-1 5 0-15,11 5 0 0,4 3 0 16,12-1 0 0,13-4 0-16,2 1 0 0,13-9 0 15,27-4 0-15,13-8 0 16,8-7 0-16,-1-4 0 16,-2-2 0-16,-9 2 0 15,-11 4 0-15,-11 1 0 16,-12-1 0-16,-11 5 0 15,-4 1 0-15,-4 6 0 16,-23 4 0-16,-13 2 0 16,-5 1 0-16,-3-1 0 15,-6-2 0-15,5-2 0 16,4-4 0-16,3-5 0 16,11-6 0-16,11-7 0 0,9 0 0 15,11 0 0 1,0-20-3-16,22-11-129 0</inkml:trace>
  <inkml:trace contextRef="#ctx0" brushRef="#br1" timeOffset="52892.97">15187 7034 1967 0,'0'0'76'0,"0"0"-74"15,0 0 0-15,0 0-2 16,0 0 0-16,0 0 0 0,-5-56 0 16,1 88 0-16,2 14 0 15,0 7 0-15,0 5 0 16,-1 6 0-16,-4 0 0 16,3-4 0-16,-5-4 0 15,5-8 0-15,4-8 0 16,0-11 0-16,0-14 0 15,0-15-11-15</inkml:trace>
  <inkml:trace contextRef="#ctx0" brushRef="#br1" timeOffset="53127.27">15160 6906 2042 0,'0'0'2'0,"0"0"-1"15,74-127 1-15,-32 105-2 16,3 8 0-16,1 13 0 16,-4 1 0-16,-7 21 0 15,-14 18 0-15,-13 11 0 16,-8 2 0-16,-21 0 0 16,-28 2 0-16,-18-3 0 15,-8 2 0-15,-12-7 0 16,-5-7 0-16</inkml:trace>
  <inkml:trace contextRef="#ctx0" brushRef="#br1" timeOffset="57084.93">9375 2420 1991 0,'0'0'27'0,"0"0"-17"0,0 0-5 15,0 0-2-15,0 0-2 0,0 0-1 16,0 0 2-1,0 90-2-15,0-58 1 0,23-10 1 16,20-8-1-16,22-14 0 16,30 0 0-16,27-34-1 15,21-18 2-15,18-10-2 16,1-4 0-16,-10-2 0 16,-12-1 0-16,-18 8 0 15,-18 2 0-15,-26 15 0 16,-19 12 0-16,-25 12 0 15,-19 11 0-15,-10 9 0 16,-5 0 0-16,0 0 0 16,0 0 0-16,-9 17 0 15,-17 16 0-15,-14 11-2 16,-16 8 1-16,-11-2-8 0</inkml:trace>
  <inkml:trace contextRef="#ctx0" brushRef="#br1" timeOffset="57482.81">9271 2646 1850 0,'0'0'165'15,"0"0"-161"1,0 0 0-16,0 0 1 0,-95 129 1 15,95-91-2-15,2 0-1 16,29-6-1-16,14-10-1 16,28-14 0-16,41-8 1 15,40-37-2-15,42-34 0 16,20-17 0-16,2-12 0 16,-11-1 0-16,-15 11 0 15,-20 6 0-15,-30 13 0 16,-24 12 0-16,-24 6 0 15,-18 13 0-15,-16 9 0 16,-18 12 0-16,-15 9 0 16,-14 6 0-16,-9 4 0 15,-4 0 0-15,0 0 0 0,0 0 0 16,8 18 0-16,2 14 0 16,-5 4-2-16,-5 0-31 15</inkml:trace>
  <inkml:trace contextRef="#ctx0" brushRef="#br1" timeOffset="72459.36">15141 2621 1676 0,'0'0'265'0,"0"0"-228"0,0 0-14 0,0 0-4 0,0 0-7 16,0 0-10-16,0 0 0 16,-146-98-2-16,64 85 1 0,-21-1-1 15,-23 0 0 1,-20-8 0-16,-18-4 0 0,-19-6 0 16,-18-4 0-16,-17-1 0 15,-13 0 0-15,-4-3 0 16,11 1 0-16,5 2 0 15,16-1 1-15,12-4-1 16,4 5 0-16,0-5 0 16,-8 2 0-16,-7 0 0 15,-6 4 0-15,-3 2 0 16,-8 1 0-16,3 7 0 16,4 1 0-16,6 2 0 0,6 3 0 15,8 1 0 1,0 2 0-16,7 3 0 0,9 0 0 15,6 2 0-15,8 2 0 16,2 2 0-16,4 0 0 16,-5 2 0-16,-2 0 0 15,-10 4 0-15,-6 2 0 16,-1 0 0-16,7 0 0 16,3 0 0-16,8 0 0 15,8 2 0-15,4 4 0 16,5 4 0-16,0-2-1 15,-3 6 1-15,-8-1 0 16,-3 6 0-16,-2-1 0 16,3 2-1-16,5-2 1 15,1 4 0-15,10 2 1 16,3 2-1-16,8 8 0 16,4 7 0-16,4 1 0 0,3 11 0 15,-1-2 0-15,6 0 0 16,-1 2-1-16,7-4 1 15,6-3 0-15,10-2 0 16,9 1 0-16,5 2 1 16,15 0-1-16,8-3 0 15,14-1-1-15,13-3 1 16,10 1 0-16,9 1 0 16,5 0 0-16,5 8 0 15,0 2 0-15,0 0 0 0,11 3 0 16,10-2 0-16,1 0 0 15,2-3 0-15,3 0 0 16,4-2 0-16,4-2 0 16,6-2 0-16,-1 0 0 15,4-4 0-15,3 3 0 16,5-6 0-16,6-1 0 16,4-1 1-16,7-6-1 15,7 0 0-15,8-3 0 16,12 2 0-16,4 0 1 15,5 4-1-15,2 2 0 16,-2 2 1-16,0 3-1 16,-1-1 0-16,-3-3 0 15,-8 0 0-15,-6-3 0 16,-3-6 0-16,8-2 0 0,1-3 0 16,8-4 0-16,6-1 0 15,5-1 0-15,6-6 0 16,13-2 0-16,11-7 1 15,12 0-1-15,13 0 0 16,10 0 0-16,0 0 0 16,-3 0 1-16,-13 0-1 15,-16 0 0-15,-14 0 0 16,-9 9 0-16,-3-3 0 16,-1-3 0-16,9-3 0 15,6 0 0-15,14 0 0 16,14 0 0-16,6 0 0 0,4 0 0 15,-1 0 0-15,-3 0 0 16,-5 0 0-16,-5 0 0 16,-3 0 0-16,-6 0 0 15,0 0 0-15,-3-7 0 16,-3-3 0-16,3-1 0 16,0-4 0-16,0-3 0 15,3 1 1-15,2-4-1 16,4 0 0-16,-1 4 0 15,-6-1 0-15,-11 3 0 16,-6 3 0-16,-9-1 0 16,-2 3 0-16,1 0 0 15,5 1 0-15,3-1 0 0,-3-1 0 16,4-3 0 0,2-6 0-16,0 4 0 0,1-3 0 15,-3 4 0-15,-6 5 0 16,-7-3 0-16,-3 3 0 15,-1 2 0-15,-6-1 0 16,4 0 0-16,-3 4 0 16,4-2 0-16,1 1 0 15,-6 0 0-15,-1 0 0 16,-2-2 0-16,-1 0 0 16,-2 2 0-16,5-3 0 15,-2 2 0-15,-6-1 0 0,-1-2 0 16,-5-2 0-1,1-2 0-15,-1 2 0 0,-6 0 0 16,-2-3 0-16,-10 2 0 16,-6-3 0-16,-3 0 0 15,-1 0 0-15,1-2 0 16,-2-1 0-16,4 0 0 16,1-3 0-16,-1 0 0 15,-3 0 0-15,-5-1 0 16,-5 3 0-16,-4 1 0 15,0-2 0-15,-2 4 0 16,2-2 0-16,-5 5 0 16,1-2 0-16,-1 0 0 0,-4-2 0 15,1-2 0 1,-1-2 0-16,0-2 0 0,-4 0 0 16,-8-2 0-16,-8-2 0 15,-6-2 0-15,-7-3 0 16,-7-2 0-16,0-2 0 15,-4-3 0-15,-21-2 0 16,-11-2 0-16,-9 0 0 16,-7-2 0-16,-12 1 0 15,-9 1 0-15,-10 2 0 16,-3 3 0-16,-3 4 0 16,-5 5 0-16,-7 1 1 0,-9 4-1 15,-9 2 0 1,-1 6 0-16,-7 3 0 0,-4 5 0 15,-14 6 0-15,-15 3 0 16,-12 0 0-16,-7 0 0 16,4 0 0-16,1 0 0 15,-5 0 0-15,4 3 0 16,-4 4 0-16,2-1 0 16,0 2 0-16,-4 2 0 15,-8-3 0-15,0-1 0 16,12-1 0-16,24-1 0 15,23 0 0-15,33-4 0 16,21 0 0-16,20 0 0 16,16 0 0-16,20 0 0 15,14 0 0-15,6 0 0 0,0 0 0 16,-2 0-12-16</inkml:trace>
  <inkml:trace contextRef="#ctx0" brushRef="#br0" timeOffset="79331.95">6439 8463 2031 0,'0'0'3'0,"0"0"-3"16,0 0 2-16,-48 115 1 16,48-76-2-16,0-6 0 15,13-11 0-15,25-12 0 16,22-10-1-16,29-32 1 16,23-34 0-16,17-19-1 0,16-8 0 15,-2 11 0 1,-3 15 0-16,-26 19 0 0,-30 15 0 15,-35 16 0 1,-24 11 0-16,-17 4 0 0,-8 2 0 16,0 4 0-16,-18 22 0 15,-26 11 0-15,-16 2-4 16,-13 1-23-16</inkml:trace>
  <inkml:trace contextRef="#ctx0" brushRef="#br0" timeOffset="79714.95">6254 8945 2030 0,'0'0'3'16,"0"0"-2"-16,0 0 1 15,-19 137 2-15,19-95-2 16,17-4-1-16,15-6 0 15,13-10-1-15,19-20 1 16,25-4-1-16,34-51 2 16,29-27-2-16,35-18 0 15,19-8 0-15,4 2 0 16,-7 7 0-16,-35 18 0 16,-38 20 0-16,-43 20 0 15,-38 22 0-15,-26 9 0 16,-17 6 0-16,-4 2 0 0,-2 0 0 15,0 0 0-15,0 0 0 16,0 0 0-16,0 0 0 16,0 0 0-16,0 0 0 15,0 19 0-15,-22 8-2 16,-9 3-3-16,-11 0-215 16</inkml:trace>
  <inkml:trace contextRef="#ctx0" brushRef="#br0" timeOffset="81578.05">8708 8857 2003 0,'0'0'11'0,"0"0"-9"0,0 0 0 16,0 0 1-16,0 0 1 15,0 0 4-15,137 18-4 16,-22-18-1-16,25-16-2 16,27-8 0-16,22-4 0 15,14 2-1-15,7-2 0 16,-12 1 0-16,-26 4 0 16,-32 2 1-16,-33 3-1 0,-36 7 0 15,-29 2 0-15,-21 3 0 16,-17 5 0-16,-4 1 0 15,0 0 0-15,0 0 0 16,0 0 0-16,0 0 0 16,0 0 0-16,0 0 0 15,4 6-2-15,19 0-12 16</inkml:trace>
  <inkml:trace contextRef="#ctx0" brushRef="#br0" timeOffset="82017.1">12148 8554 2027 0,'0'0'4'0,"-196"2"-2"0,135 4 0 16,28-4 2-16,20 0-1 16,13 0-3-16,15 0 1 15,39 0-1-15,27-2 0 0,21 0 1 16,16-21-1-16,15-2 0 15,8-6 0-15,5 0 1 16,0-1-1-16,-13 2 0 16,-13 4 0-16,-16-2 0 15,-15 6 0-15,-20 6 0 16,-27 2 0-16,-18 8 0 16,-17-1 0-16,-7 4 0 15,0 1 0-15,0 0 0 16,0 0-1-16,-9 10 0 15,9-2-15-15</inkml:trace>
  <inkml:trace contextRef="#ctx0" brushRef="#br0" timeOffset="82654.97">14338 8131 2036 0,'0'0'3'16,"0"0"-3"-16,0 0 0 15,0 0 3-15,0 0-2 16,0 0-1-16,49 16 1 0,69-16-1 15,32-23 0-15,16-8 0 16,11-1 0-16,1 2 0 16,-9 0 0-16,-15 4 0 15,-22 1 0-15,-30 6 0 16,-27 2 1-16,-21 2-1 16,-21 2 0-16,-12 5 0 15,-13 0 0-15,-6 5 0 16,-2 0 0-16,0 2 0 15,0-2 0-15,0 3 0 0,0-4 0 16,3 4 0 0,-1 0 0-16,3 0 0 15,-3 0 0-15,-2 0 0 0,1 0 0 16,3 0 0-16,-2 0 0 16,0 0 0-16,-2 0 0 15,0 0 0-15,0 0 0 16,0 0 0-16,0 0 0 15,0 0 0-15,0 0 0 16,0 0 0-16,0 0 0 16,2 0 0-16,0 0 0 15,-2 0 0-15,2 0 0 16,1 0 0-16,-1 0 0 16,0 0 0-16,0 0 0 15,3 0 0-15,0 0-1 0,1 0-1 16,-4 0-1-16,0 0-2 15,-2 0-7-15,0 0-33 16</inkml:trace>
  <inkml:trace contextRef="#ctx0" brushRef="#br0" timeOffset="84320.45">3711 5509 2017 0,'0'0'2'0,"0"0"-2"0,0 0 2 0,31 133 2 15,4-104 0-15,13-9 0 16,23-16-1-16,24-4 0 16,41-54-1-16,42-34-1 15,38-29 0-15,29-17 0 16,14-1-1-16,10 13 0 16,-11 18 1-16,-17 17-1 15,-33 15 0-15,-52 18 0 16,-47 18 0-16,-46 14 0 15,-34 11 0-15,-21 6 0 16,-8 4 0-16,0 1 0 0,-14 0 0 16,-25 13-1-16,-22 15-2 15,-18 4-12-15</inkml:trace>
  <inkml:trace contextRef="#ctx0" brushRef="#br0" timeOffset="84747.93">4062 5682 2021 0,'0'0'5'0,"0"0"-4"15,0 0 0 1,-53 104 4-16,53-79-1 0,0-2-2 15,20-6 0 1,15-3-1-16,19-12 0 0,27-2 0 16,34-33 0-16,39-30-1 15,35-19 0-15,37-16 2 16,29-13-2-16,22-5 0 16,6 0 0-16,-9 13 0 15,-42 13 0-15,-41 20 0 16,-47 17 0-16,-38 12 0 15,-33 13 0-15,-22 6 0 0,-19 8 0 16,-14 5 0 0,-12 2 0-16,-3 6 0 0,-3-3 0 15,0 2 0-15,0 2 0 16,0 0 0-16,0 0 0 16,0 0 0-16,0 6-2 15,-5 12 0-15,-22 2-8 16</inkml:trace>
  <inkml:trace contextRef="#ctx0" brushRef="#br0" timeOffset="87245.99">8986 9819 2016 0,'0'0'11'0,"0"0"-4"0,0 0 0 0,0 0-4 15,0 0-2-15,0 0-1 16,0 0 0-16,0-19 0 16,-7 47 0-16,-12 13 0 15,-6 14 0-15,-4 3 2 16,0-3-2-16,0-5 0 15,9-6 0-15,4-8 0 16,8-7 0-16,5-8 0 16,3-9 0-16,0-10 0 15,16-2 0-15,20 0 0 16,8-19 0-16,6-5 0 16,-2-2 0-16,-3 2 0 15,-5 0 0-15,-2 3 0 16,-9-4 0-16,-3-3 0 15,-3 0 0-15,-6-2 0 0,-5-1 0 16,-5 6 0-16,-3 3 0 16,-4 5 0-16,0 10 0 15,0 3 0-15,0 4 0 16,0 0 0-16,0 0 0 16,0 18 0-16,-11 28 0 15,-7 20 0-15,-3 10 0 16,4 9 0-16,3-8 0 15,-1 4 0-15,1-7 0 16,-1-5 0-16,4-9 0 16,6-14 0-16,1-13 0 15,4-11 0-15,0-9 0 16,0-6 0-16,0-7 0 16,0 0 0-16,2-3 0 0,12-19 0 15,3-9-2-15,-3-3-10 16</inkml:trace>
  <inkml:trace contextRef="#ctx0" brushRef="#br0" timeOffset="87715.6">9768 9956 2013 0,'0'0'15'0,"0"0"-7"0,0 0-2 0,0 0-4 16,0 0-2-16,0 0 1 16,-133-20-1-16,108 47 0 15,8 6 0-15,7-1 0 16,10-4 0-16,0-2 0 15,23 0 0-15,14-3 0 16,11-4 2-16,-2 2-2 16,-1-2 0-16,-7 6 0 0,-7-2 0 15,-11 1 0 1,-9-2 0-16,-9 1 0 0,-2-4 0 16,0 2 0-16,-25 1 0 15,-8-2 0-15,-9 0 0 16,-3-3 0-16,-1 0 0 15,3-3 0-15,5-3 0 16,9-5 0-16,10-5 0 16,7-1 0-16,8-1 0 15,4-24 0-15,0-5 0 16,10-2-3-16,13 2-13 16</inkml:trace>
  <inkml:trace contextRef="#ctx0" brushRef="#br0" timeOffset="88087.04">10268 9880 1759 0,'0'0'275'0,"0"0"-268"15,0 0-4-15,0 0-2 0,0 0 1 16,0 0-2-16,0 21 0 16,0 28 0-16,0 17 0 15,0 8 0-15,-3 4 0 16,-4-2 0-16,1-7 0 15,2-7 0-15,-1-11 0 16,1-8 0-16,2-11 0 16,-4-12 0-16,6-8 0 15,0-3 0-15,0-9 0 16,0 0-3-16,0 0-8 16</inkml:trace>
  <inkml:trace contextRef="#ctx0" brushRef="#br0" timeOffset="88350.57">10248 9890 2029 0,'0'0'8'0,"0"0"-3"16,0 0-2-16,24-125-3 16,14 107 2-16,4 8-2 15,3 10 0-15,-5 0 0 16,-7 16 0-16,-8 16 0 15,-12 7 0-15,-11 5 0 16,-2 1 0-16,-11 4 0 16,-29-4 0-16,-9-2 0 0,-11-3 0 15,0-4 0-15,1-2 0 16,13-4 0-16,6-5-3 16,6-11-127-16</inkml:trace>
  <inkml:trace contextRef="#ctx0" brushRef="#br0" timeOffset="88938.84">11791 10093 2025 0,'0'0'8'0,"0"0"-3"0,0 0-1 0,0 0-3 16,0 0 0-16,0 0-1 16,0 0 1-16,-51-13-1 15,94 5 0-15,17-4 0 16,11-5 2-16,0-2-2 15,-6 1 0-15,-14 5 0 16,-7 2 0-16,-15 3-2 16,-11 4 1-16,-11 4-7 0,-7 0-50 15</inkml:trace>
  <inkml:trace contextRef="#ctx0" brushRef="#br0" timeOffset="89133.49">11627 10325 2029 0,'0'0'6'0,"0"0"-2"16,0 0-1-16,0 0-1 15,133-6 1-15,-54-16-3 16,-2-6 0-16,-4-3 0 16,-5 4 0-16,-8 4 0 15,-16 6 0-15,-8 4 0 0,-14 5-4 16,-11 1-58-16</inkml:trace>
  <inkml:trace contextRef="#ctx0" brushRef="#br0" timeOffset="92026.83">13242 9414 2017 0,'0'0'10'0,"0"0"-3"16,0 0-1-16,0 0-3 15,0 0-2-15,0 0-1 16,-7-15 0-16,7 48 0 16,0 14 0-16,-2 6 1 15,-10 6-1-15,-6-5 0 0,1-2 2 16,0-6-2-16,1-2 0 16,3-7 0-16,-1-5 0 15,7-10 0-15,5-4 0 16,2-7 0-16,0-2-2 15,0-6 1-15,11-3-15 16</inkml:trace>
  <inkml:trace contextRef="#ctx0" brushRef="#br0" timeOffset="92634.91">13620 9378 1808 0,'0'0'203'16,"0"0"-196"-16,0 0-1 15,0 0 1-15,0 0-5 16,0 0-1-16,9-4 2 16,-9 12-1-16,-1 3 0 15,-17 0-1-15,-3-2 0 16,2-4-1-16,0-2 0 15,9-3 0-15,3 0 0 16,7-13 0-16,0-10 0 16,7-6 0-16,17-1 0 0,8 0 0 15,3 2 0-15,-2 4 0 16,1 6 1-16,-3 8-1 16,-6 6 0-16,-1 4 0 15,-4 4 0-15,-2 24 0 16,-9 10 0-16,-5 8 0 15,-4 4 0-15,0 3 0 16,-7-2 1-16,-17 4-1 16,-7-7 0-16,-9-2 0 15,-8-2 0-15,0-6 0 16,-1-8 0-16,7-8 0 16,8-12 0-16,14-10 0 0,7 0 0 15,6-12 0 1,7-14 0-16,0-4 2 0,5 2-2 15,21 2 0-15,5 5 0 16,0 10 0-16,0 8 0 16,0 3 0-16,-2 0 0 15,0 14 0-15,-3 9 0 16,-2 1 0-16,-1 2 0 16,-6-2 0-16,-3-2 0 15,-1 1 0-15,-3-5-2 16,0-3-4-16,-1-4-94 15</inkml:trace>
  <inkml:trace contextRef="#ctx0" brushRef="#br0" timeOffset="92943.04">14383 9264 2014 0,'0'0'13'0,"0"0"-3"0,0 0-4 16,0 0-5-16,0 0 0 16,0 0-1-16,-109-82 0 15,80 88 2-15,-2 19-2 16,1 13 0-16,6 7 0 16,6 8 0-16,7 4 0 15,5 2 0-15,6 0 0 0,0-9 0 16,0-9 0-16,26-7 0 15,7-12 0-15,8-8 0 16,3-10 0-16,1-4 0 16,1 0-2-16,-3-8-7 15,-3-14-149-15</inkml:trace>
  <inkml:trace contextRef="#ctx0" brushRef="#br0" timeOffset="93175.67">14726 9118 2035 0,'0'0'6'16,"0"0"-3"-16,0 0 0 0,0 0-3 15,0 0 0 1,0 0 0-16,-9 78 0 0,7-28 0 16,2 4 0-16,0 2 0 15,-2 1 0-15,2-3 0 16,-3-2 0-16,1-6 0 15,-2-6 0-15,-1-8 0 16,5-7 0-16,-2-12-4 16,2-9-43-16</inkml:trace>
  <inkml:trace contextRef="#ctx0" brushRef="#br0" timeOffset="93436.27">14686 9140 2013 0,'0'0'16'0,"0"0"-8"16,51-112-3-16,-9 87-4 16,8 11 0-16,-4 8 0 15,-3 6-1-15,-10 0 0 16,-7 14 0-16,-10 13 0 16,-9 5 0-16,-7 0 2 15,0 2-2-15,-20-2 0 16,-14 0 0-16,-6 2 0 15,-2-4 0-15,-1 2 0 16,3-7 0-16,7-4 0 16,8-5-2-16,12-10-1 15,11-6-42-15</inkml:trace>
  <inkml:trace contextRef="#ctx0" brushRef="#br0" timeOffset="93737.87">15365 9290 2029 0,'0'0'7'15,"0"0"-5"-15,0 0 3 0,0 0-3 16,0 0-2-16,127-26 2 15,-77 11-2-15,-4-4 0 16,-3 2 0-16,-8 4 0 16,-6 3 0-16,-7 4 0 15,-6 2 0-15,-10 4 0 16,-3 0 0-16,-3 0 0 16,0 0-2-16,0 0 0 15,0 4-13-15</inkml:trace>
  <inkml:trace contextRef="#ctx0" brushRef="#br0" timeOffset="94022.96">16277 8601 2014 0,'0'0'25'16,"0"0"-21"-16,0 0-2 16,0 0-2-16,0 0 0 15,0 112 2-15,-8-43-2 16,2 8 0-16,0-4 0 16,-1 1 0-16,-3-11 0 0,4-4 0 15,-3-11 0 1,3-8 0-16,6-7 0 0,0-8-2 15,0-6-5-15</inkml:trace>
  <inkml:trace contextRef="#ctx0" brushRef="#br0" timeOffset="94576.92">16798 8582 2014 0,'0'0'19'16,"0"0"-14"-16,0 0-2 15,0 0-2-15,0 0-1 0,0 0 1 16,-45 40 0-16,12-24-1 16,2-1 0-16,2-8 0 15,8-7 0-15,8 0 0 16,7-3 0-16,6-22 0 15,0-7 0-15,15-6 0 16,16 0 0-16,8 0 0 16,3 3 0-16,-5 10 0 15,1 9 0-15,-5 12 0 16,-6 4 0-16,-6 10 0 16,-11 24 0-16,-7 13 0 15,-3 10 1-15,-5 6-1 0,-22 2 0 16,-6 0 0-16,-11-1 0 15,-10-4 0-15,-4-5 0 16,-2-10 0-16,12-10 0 16,10-16 0-16,18-12 0 15,8-7 0-15,7 0 0 16,5-22 0-16,0-12 0 16,27-1 0-16,9-1 0 15,2 5 0-15,2 10 0 16,-2 11 0-16,0 10 0 15,-3 0 0-15,2 20 0 16,-8 6 0-16,-6 3 0 16,-2-6 0-16,-3 4 0 0,-3-7 0 15,3-2 0 1,4-8-11-16</inkml:trace>
  <inkml:trace contextRef="#ctx0" brushRef="#br0" timeOffset="94990.04">17495 8462 1990 0,'0'0'34'0,"0"0"-21"0,0 0-7 16,0 0-5-16,0 0 0 0,0 0-1 15,-116-90 2 1,74 101-2-16,4 12 0 0,12 3 0 15,7 2 0-15,15-2 0 16,4 2 0-16,2 2 0 16,27-2 0-16,12-1 0 15,7-2 0-15,2 1 0 16,-2 0 0-16,-5 2 0 16,-7 0 0-16,-12 1 0 15,-9-5 0-15,-8 0 0 16,-7 2 0-16,0-4 0 15,-17 0 0-15,-19 0 0 16,-9-4 0-16,-3 0 0 16,-4-4 0-16,5-8 0 15,5-4 0-15,9-2 0 0,8 0 0 16,10-14 0 0,10-12 0-16,5-6-2 0,0-12-3 15,24-6-51-15</inkml:trace>
  <inkml:trace contextRef="#ctx0" brushRef="#br0" timeOffset="95253.13">17836 8179 2027 0,'0'0'12'0,"0"0"-7"0,0 0-4 0,0 0 1 0,0 0-2 15,0 0 0-15,0 140 0 16,0-59 0-16,2 5 0 16,8 0 0-16,-2-4 0 15,-1-4 0-15,-1-9 0 16,0-11 0-16,-4-12 0 16,-2-14 0-16,0-12 0 15,0-8 0-15,0-10-3 16,0-2-8-16</inkml:trace>
  <inkml:trace contextRef="#ctx0" brushRef="#br0" timeOffset="95487.17">17859 8065 2034 0,'0'0'6'16,"0"0"-2"-16,0 0-3 15,120-86-1-15,-76 86 2 16,-1 0-2-16,-3 22 0 16,-9 18 0-16,-11 10 0 15,-17 4 0-15,-3 4 0 16,-27 1 0-16,-34-3 0 16,-15 2 0-16,-20-8 0 0,-16-13-10 15</inkml:trace>
  <inkml:trace contextRef="#ctx0" brushRef="#br0" timeOffset="103381.98">10087 11594 2029 0,'0'0'6'0,"0"0"0"0,0 0-4 15,0 0 0-15,0 0-2 16,0 0 0-16,0 0 0 15,0 0 2-15,0 40-2 16,0 22 0-16,0 13 0 16,0-1 0-16,-14 2 0 15,-1-4 0-15,-2-1 0 16,5-6 0-16,1-7 0 16,4-6 0-16,5-15 0 15,2-11 0-15,0-14 0 0,31-12-4 16,12-2-30-16</inkml:trace>
  <inkml:trace contextRef="#ctx0" brushRef="#br0" timeOffset="103819.64">10680 11556 1989 0,'0'0'39'16,"0"0"-27"-16,0 0-9 15,0 0-1-15,0 0 0 16,0 0-2-16,-18-44 0 0,-4 71 0 16,-7 10 0-1,0 7 0-15,2 7 0 0,2-1 0 16,1 1 0-16,6 2 0 16,4 0 0-16,6 2 0 15,8-7 0-15,0-1 0 16,0-11 0-16,15-7 0 15,14-7 0-15,6-11 0 16,8-9 0-16,-1-2 0 16,1 0 0-16,-7-19 0 15,-7-1 0-15,-12-5 0 16,-9-4 0-16,-8 0 0 16,-6-1 0-16,-25 3 0 15,-4 9 0-15,-7 8 0 16,2 8 0-16,1 2 0 0,6 6 0 15,4 16 0 1,9 0 0-16,6 2 0 0,10-2 0 16,4-2-2-16,9-6 0 15,22-5-14-15</inkml:trace>
  <inkml:trace contextRef="#ctx0" brushRef="#br0" timeOffset="104232.27">11475 11472 2028 0,'0'0'10'0,"0"0"-5"0,0 0-4 0,-124-22 0 15,85 23-1-15,3 18 2 16,3 4-2-16,8-2 0 15,8 4 0-15,9-2 0 16,8 5 0-16,0 2 0 16,13 4 0-16,24 1 0 15,9-6 0-15,9 0 0 16,2-5 0-16,-1-2 0 16,-13-4 0-16,-15-3 0 15,-10 2 0-15,-16-1 0 0,-2 3 0 16,-6 2 0-16,-29 2 0 15,-11 0 0-15,-4-4 0 16,-4-7 0-16,7-1 0 16,5-3 0-16,9-4 0 15,9-2 0-15,12-2 0 16,10 0 0-16,2 0 0 16,13-6-4-16,24-17-73 15</inkml:trace>
  <inkml:trace contextRef="#ctx0" brushRef="#br0" timeOffset="104477.99">11908 11387 2036 0,'0'0'7'0,"0"0"-5"15,0 0 0-15,0 0-2 16,0 0 0-16,0 0 0 15,0 107 0-15,0-45 0 16,0 4 0-16,-5-1 0 16,0-4 0-16,1-4 0 15,-3-3 0-15,-1-5 0 16,-1-6 0-16,-3-5 0 16,4-12-3-16,1-12-39 0</inkml:trace>
  <inkml:trace contextRef="#ctx0" brushRef="#br0" timeOffset="104726.95">11887 11365 1589 0,'0'0'440'16,"0"0"-430"-16,2-134-6 16,25 108-2-16,7 8-2 15,1 10 0-15,-2 8 0 16,-1 0 0-16,-8 16 0 15,-6 18 0-15,-11 6 0 0,-7 5 2 16,0 0-2 0,-16 2 0-16,-12-2 0 0,-9-2 0 15,0 0 0-15,-1-8 0 16,7-1 0 0,6-9-3-16,10-13-15 0</inkml:trace>
  <inkml:trace contextRef="#ctx0" brushRef="#br0" timeOffset="104986.78">12565 11394 2039 0,'0'0'3'15,"0"0"-1"-15,0 0-1 16,0 0 1-16,0 0-2 16,0 0 0-16,120-22 0 15,-58 1 0-15,-4 2 0 16,-6-1 0-16,-8 4 0 16,-9 1-2-16,-5 2-4 15,-12 2-822-15</inkml:trace>
  <inkml:trace contextRef="#ctx0" brushRef="#br0" timeOffset="105167.2">12604 11634 2022 0,'0'0'11'0,"0"0"-4"15,116-38-4-15,-60 14-2 16,0-2-1-16,-4 4 0 15,-2-2 0-15,-2-2 0 16,-4-2-4-16,-4-4-88 16</inkml:trace>
  <inkml:trace contextRef="#ctx0" brushRef="#br0" timeOffset="105420.34">13692 10918 2032 0,'0'0'9'15,"0"0"-6"-15,0 0 0 16,0 0-3-16,0 0 0 16,0 0 0-16,-4 99 0 15,4-43 0-15,0-3 0 16,0 3 0-16,0-3 0 15,-3-5 0-15,-2-2 0 0,3-2 0 16,0-9 0 0,-2-11-11-16</inkml:trace>
  <inkml:trace contextRef="#ctx0" brushRef="#br0" timeOffset="105961.07">14131 10894 2024 0,'0'0'15'15,"0"0"-12"-15,0 0-1 16,0 0-2-16,0 0 0 16,0 0 1-16,-52 32-1 15,29-26 0-15,-4-4 0 0,4-2 0 16,3 0 0-16,11-13 0 15,7-14 0-15,2-5 0 16,4-4 0-16,23 3 0 16,4 2 0-16,3 7 0 15,1 10 0-15,3 10 0 16,-2 4 0-16,-2 12 0 16,-5 22 0-16,-12 10 0 15,-8 6 0-15,-9 2 0 16,0 3 0-16,-4-3 2 15,-22-2-2-15,-11-4 0 16,-9-4 0-16,-10-6 0 0,-4-7 0 16,2-8 0-16,9-11 0 15,10-7 0-15,16-3 0 16,9 0 0-16,14-11 0 16,0-13 0-16,14-2 0 15,26 0 0-15,8 4 0 16,8 6 0-16,-2 13 0 15,-3 3 0-15,-5 0 0 16,0 19 0-16,-13-1 0 16,-4 4 0-16,-10-2 0 15,0-1 0-15,-2-4 0 16,8-5-2-16,6-5-8 16</inkml:trace>
  <inkml:trace contextRef="#ctx0" brushRef="#br0" timeOffset="106255.96">14908 10653 2021 0,'0'0'15'0,"0"0"-8"0,0 0-5 15,0 0-2-15,0 0 2 16,0 0-2-16,-139-24 0 15,100 61 0-15,6 4 0 0,9 9 0 16,6 5 0 0,11 3 0-16,7-3 0 0,0-5 0 15,25-6 0-15,8-12 0 16,7-7 0-16,6-10 0 16,8-11 0-16,0-4 0 15,4-2 0-15,0-22-4 16,-2-11-38-16</inkml:trace>
  <inkml:trace contextRef="#ctx0" brushRef="#br0" timeOffset="106487.55">15367 10403 2021 0,'0'0'16'0,"0"0"-10"15,0 0-4-15,0 0 0 0,0 0-2 16,0 0 0-16,13-4 0 15,-5 58 0-15,-4 11 0 16,0 4 0-16,1 6 0 16,-3-1 0-16,-2-6 0 15,0-8 0-15,0-10 0 16,0-11 0-16,-4-14 0 16,-3-6 0-16,-2-13-3 15,-4-6-27-15</inkml:trace>
  <inkml:trace contextRef="#ctx0" brushRef="#br0" timeOffset="106719.45">15428 10299 2019 0,'0'0'13'0,"0"0"-6"15,147-65-3-15,-103 62-3 16,-3 3 0-16,-8 0-1 15,-11 13 0-15,-13 18 0 16,-9 7 2-16,-11 8-2 16,-36 7 0-16,-17 0 0 15,-10 3 0-15,-4-3 0 16,4-1 0-16,7-9 0 16,11-11-4-16</inkml:trace>
  <inkml:trace contextRef="#ctx0" brushRef="#br0" timeOffset="109276.69">14166 10547 2028 0,'0'0'5'0,"0"0"2"16,0 0-4-16,0 0-2 15,0 0 0-15,0 0-1 16,0 0 0-16,-106 154 0 15,50-61 2-15,-1 6-2 16,-2 2 0-16,-1 0 0 16,6-7 0-16,3-8 0 0,6-11 0 15,12-11 0 1,6-14 0-16,8-13 0 0,3-10 0 16,5-11 0-16,4-10 0 15,5-6 0-15,2 0 0 16,0 0 0-16,0 0 0 15,0 0-2-15,13-11-10 16</inkml:trace>
  <inkml:trace contextRef="#ctx0" brushRef="#br0" timeOffset="109771.13">13937 11771 2036 0,'0'0'4'16,"0"0"-2"-16,0 0 0 16,67-113-1-16,-18 83-1 15,2 2 0-15,-1 11 0 16,-9 8 2-16,-7 9-2 15,-9 0 0-15,-7 19 0 16,-7 12 0-16,-11 7 0 0,0 0 0 16,-27 2 0-16,-15-2 0 15,-6-1 0-15,0-3 0 16,5-7 0-16,8-8 0 16,10-5 0-16,14-8 0 15,6-5 0-15,5-1 0 16,0 0 0-16,18 0 0 15,21-2 0-15,5-7 0 16,0 9 0-16,-4 0 0 16,-4 21 0-16,-7 15 0 15,-13 1 0-15,-12 3 0 16,-4 3 0-16,-18-3 0 16,-31 0 0-16,-18-5 0 15,-24 0 0-15,-23-7 0 16,-19-4 0-16,-15-6 0 0,-14-8-2 15,-3-10-5-15</inkml:trace>
  <inkml:trace contextRef="#ctx0" brushRef="#br0" timeOffset="110348.95">10607 11418 2022 0,'0'0'5'0,"0"0"1"0,0 0 1 0,0 0-4 16,0 0-2-16,0 0-1 15,-97 132 0-15,35-32 1 16,-5 12-1-16,-2 11 0 16,-6 7 0-16,-4 5 2 15,-3-5-2-15,4-14 0 16,4-18 0-16,9-20 0 15,17-17 0-15,15-23 0 16,12-16 0-16,15-12 0 0,4-10 0 16,2 0 0-16,0 0 0 15,0 0 0-15,0 0 0 16,0-6-2-16,0 0 0 16,6 0-9-16</inkml:trace>
  <inkml:trace contextRef="#ctx0" brushRef="#br0" timeOffset="111235">10704 12671 2025 0,'0'0'9'16,"0"0"-4"-16,0 0-1 0,0 0-2 15,0 0-2-15,0 0 2 16,-2-55-2-16,-3 94 0 16,-1 14 0-16,1 10 0 15,3-2 0-15,2-11 0 16,0-6 0-16,0-12 0 15,16-6 0-15,6-8 0 16,5-8 0-16,2-6 0 0,2-4 0 16,0 0 0-1,2-16 0-15,-2-8 0 0,-4-6 0 16,-4-4 0-16,-7-5 0 16,-1-2 0-16,-8 5 0 15,-5 11 0-15,-2 12 0 16,0 8 0-16,0 5 0 15,0 0 0-15,0 13 0 16,0 20 0-16,0 7 0 16,0 4 0-16,-5-1 0 15,-1-3 0-15,-1 0 0 16,0 1 0-16,-2 3 0 16,1 5 0-16,-8-5 0 0,3-6-8 15</inkml:trace>
  <inkml:trace contextRef="#ctx0" brushRef="#br0" timeOffset="112260.49">12274 13709 2024 0,'0'0'9'0,"0"0"-3"15,0 0-2-15,0 0-3 16,0 0 0-16,0 0-1 0,-126-45 0 15,90 80 0-15,0 13 0 16,3 5 0-16,6-3 0 16,12-6 2-16,13-5-2 15,2-8 0-15,6-5 0 16,28-4 0-16,15-6 0 16,6-1 0-16,-1-6 0 15,-3 5 0-15,-13 3 0 16,-11 1 0-16,-7 0 0 15,-13-4 0-15,-7 4 0 0,0 3 0 16,-9 6 0 0,-25-4 0-16,-12 4 0 0,-6-1 0 15,-7-4 0-15,5-10 0 16,7-6 0-16,9-2 0 16,9-4 0-16,12 0 0 15,14-17 0-15,3-19-2 16,8-9-3-16,23-7-107 15</inkml:trace>
  <inkml:trace contextRef="#ctx0" brushRef="#br0" timeOffset="112466.01">12117 13696 2026 0,'0'0'9'0,"0"0"-4"0,0 0-1 0,0 0-3 16,0 0-1-16,0 0 0 16,88-63 0-16,-40 52 0 15,-2 3 0-15,-3 2 0 16,-8 0-3-16,-8 1-20 16</inkml:trace>
  <inkml:trace contextRef="#ctx0" brushRef="#br0" timeOffset="112749.3">12654 13529 2033 0,'0'0'7'16,"0"0"-4"-16,0 0-1 15,0 0-2-15,0 0 0 16,0 0 0-16,0 130 2 15,4-62-2-15,-2 1 0 16,0-1 0-16,1-4 0 16,-1-6 0-16,-2-5 0 15,0-9 0-15,0-8 0 16,0-8 0-16,0-10 0 16,0-6 0-16,0-12 0 0,0 0-2 15,0-5-1 1,0-20-92-16</inkml:trace>
  <inkml:trace contextRef="#ctx0" brushRef="#br0" timeOffset="113005.9">12627 13564 2024 0,'0'0'10'0,"0"0"-5"16,33-113-2-16,3 87-1 15,-5 6-1-15,2 8-1 0,-6 8 0 16,-2 4 2 0,-5 4-2-16,-7 25 0 0,-9 7 0 15,-4 1 0-15,0 3 0 16,-23-4 0-16,-8-2 0 16,-4 1 0-16,0-3 0 15,1-1 0-15,3-4-2 16,6-10-12-16</inkml:trace>
  <inkml:trace contextRef="#ctx0" brushRef="#br0" timeOffset="113919.59">12274 13686 1800 0,'0'0'154'0,"0"0"-119"0,0 0-10 0,0 0-13 16,0 0-6-16,0 0-3 16,16-40 0-16,-7 38-2 15,1-1-1-15,0 3 1 16,4 0-1-16,-1 12 1 15,3 15-1-15,-3 2 1 16,2 1-1-16,-1-3 1 16,-1-4-1-16,-1-6 0 15,-3-5 0-15,-3 0 0 16,-2-3 0-16,-4-4 0 16,0 3 0-16,0 4 0 15,0-4 0-15,-2 3 1 0,-6 0-1 16,-1-1 0-16,2-6 0 15,0 0 0-15,5-2 0 16,-2-2-5-16,-1 0-137 16</inkml:trace>
  <inkml:trace contextRef="#ctx0" brushRef="#br0" timeOffset="114428.24">11500 14754 2017 0,'0'0'5'0,"0"0"-1"0,0 0 6 0,0 0-5 15,0 0-4-15,0 0 0 16,111 12 1-16,9-35-2 15,28-12 2-15,14-5-2 16,10-12 0-16,3 0 0 16,10 4 0-16,-2-2 0 15,-7 10 0-15,-26 4 0 16,-36 10 0-16,-35 5 0 16,-32 10 0-16,-25 2 0 15,-15 5 0-15,-4 1 0 16,-3 2 0-16,0 1 0 15,-12 0 0-15,-24 6 0 16,-12 14 0-16,-12 7 0 16,-8 1-3-16,-5-2-29 0</inkml:trace>
  <inkml:trace contextRef="#ctx0" brushRef="#br0" timeOffset="114869.91">12440 15043 2018 0,'0'0'12'0,"0"0"-6"0,0 0 0 0,0 0-4 16,0 0-1-16,0 0-1 16,-136-98 0-16,103 102 2 15,-8 22-2-15,1 8 0 16,5 11 0-16,8 3 0 15,9 4 0-15,11-1 0 16,7 2 0-16,0-9 0 0,23-5 0 16,17-12 0-16,13-9 0 15,10-14 0-15,6-4 0 16,2-6 0-16,1-18 0 16,-6-6 0-16,-6-2-2 15,-8-8-9-15</inkml:trace>
  <inkml:trace contextRef="#ctx0" brushRef="#br0" timeOffset="115081.75">12795 14865 2030 0,'0'0'8'0,"0"0"-3"16,0 0-3-16,0 0 0 16,0 0-2-16,0 0 0 0,-8 3 0 15,8 38 0-15,0 12 0 16,0 0 0-16,4 3 0 15,2-2 0-15,0-2 0 16,-4-2 0-16,3-1 0 16,-3-9 0-16,2-10 0 15,0-6 0-15,2-10-2 16,-4-12-10-16</inkml:trace>
  <inkml:trace contextRef="#ctx0" brushRef="#br0" timeOffset="115338.71">12843 14784 2036 0,'0'0'3'15,"0"0"-1"-15,54-112 1 16,-17 94-2-16,1 10-1 16,-3 8 0-16,-5 6 0 15,-10 25 0-15,-9 13 0 16,-11 1 2-16,0 4-2 15,-22-2 0-15,-17-4 0 16,0-5 0-16,-5-6 0 16,3-9 0-16,13-6 0 15,9-13 0-15,11-4-2 16,8 0 0-16,0-17-27 16</inkml:trace>
  <inkml:trace contextRef="#ctx0" brushRef="#br0" timeOffset="115681.23">13871 14072 2008 0,'0'0'34'0,"0"0"-33"16,0 0 1-16,0 0 0 16,0 0-2-16,0 0 0 15,23-74 0-15,23 56 0 16,4 0 0-16,0 0 0 15,-8 1 0-15,-6 4 0 16,-10 5 0-16,-10 6 0 16,-7 2-3-16,-9 0-18 15</inkml:trace>
  <inkml:trace contextRef="#ctx0" brushRef="#br0" timeOffset="115851.73">13797 14285 2037 0,'0'0'3'0,"0"0"0"16,0 0-1-16,0 0 0 16,0 0-2-16,150-56 0 15,-91 32 0-15,-9 2 0 16,-4 3 0-16,-4 4 0 16,-6 3-2-16,-2-6-21 15</inkml:trace>
  <inkml:trace contextRef="#ctx0" brushRef="#br0" timeOffset="116753.32">15064 13212 1973 0,'0'0'31'0,"0"0"-20"0,0 0 4 15,0 0-8-15,0 0-4 16,-4-116-1-16,49 82-1 16,12-2-1-16,3 4 1 15,-2 6-1-15,-6 8 1 16,-8 9-1-16,-5 8 0 0,-6 1 0 16,-8 16 0-16,-11 18 0 15,-11 12 0-15,-3 7 0 16,-15 2 2-16,-22 1-2 15,-7-3 0-15,-7-4 0 16,0-6 0-16,5-10 0 16,14-8 0-16,12-13 0 15,15-11 0-15,5-1 0 16,0 0 0-16,20-1 0 16,17-13 0-16,11 2 0 15,1 8 0-15,-4 4 0 16,-5 0 0-16,-5 14 0 15,-6 12 0-15,-8-2 0 16,-11 4 0-16,-10 0 0 16,0 0 0-16,-33 0 0 0,-15 0 0 15,-14-2 0-15,-13 0 0 16,-6-5 0-16,2-1 0 16,6-6 0-16,17-7 0 15,15-1 0-15,19-6-2 16,11 0-6-16</inkml:trace>
  <inkml:trace contextRef="#ctx0" brushRef="#br0" timeOffset="117039.27">14383 14225 2036 0,'0'0'3'0,"0"0"0"15,0 0-1-15,0 0-2 0,0 0 0 16,0 0 0-16,33-84 0 15,-15 76 0-15,2 2 0 16,-4-2-9-16,-1-6-560 0</inkml:trace>
  <inkml:trace contextRef="#ctx0" brushRef="#br0" timeOffset="121966.95">14715 14166 2030 0,'0'0'7'16,"0"0"-5"-16,0 0 1 0,0 0-2 16,0 0 0-16,0 0 0 15,56 6-1-15,54-9 2 16,29-23-2-16,8-3 0 16,-9-7 0-16,-20 5 0 15,-18 0 0-15,-15 4 0 16,-14 4 0-16,-17 7 0 15,-14 5 0-15,-16 5 0 16,-13 3 0-16,-9 3 0 16,-2 0 0-16,0 0 0 0,-5 11 0 15,-21 12 0-15,-11 7 0 16,-10 3-3-16,-9-3-7 16</inkml:trace>
  <inkml:trace contextRef="#ctx0" brushRef="#br0" timeOffset="122388.07">15145 14499 2037 0,'0'0'3'16,"0"0"-2"-16,0 0 1 15,0 0-1-15,49 135 0 16,-27-86-1-16,-4-5 2 16,-3-9-2-16,3-7 0 15,0-7 0-15,2-14 0 16,5-7 0-16,2 0 0 16,8-20 0-16,-2-17 0 15,-1-12 0-15,-6-9 0 16,-3-5 0-16,-8-6 0 15,-1 6 0-15,-7 13 0 16,-1 20 0-16,-6 19 0 0,0 8 0 16,2 3 0-16,2 38 0 15,3 23 0-15,0 22 0 16,-4 10 0-16,-3-3 0 16,0-5 0-16,0-13 0 15,0-10 0-15,0-7 0 16,0-5 0-16,0-8-2 15</inkml:trace>
  <inkml:trace contextRef="#ctx0" brushRef="#br0" timeOffset="128410.93">12248 15981 2022 0,'0'0'4'0,"0"0"-1"16,0 0 0-16,0 0 0 15,0 0 1-15,0 0-2 16,0 0-2-16,67-8 1 0,-11 16 0 15,19 10 0-15,17 5-1 16,14 3 1-16,20-4-1 16,9 0 0-16,19-2 0 15,18-3 0-15,7-15 0 16,5-2 0-16,-4 0 0 16,5-29 0-16,10-19 0 15,5-8 0-15,-2-6 2 16,-11-5-2-16,-20 4-2 15,-30 11 2-15,-29 7 2 16,-27 9-2-16,-21 6 0 16,-22 10 0-16,-11 8 0 0,-12 2 0 15,-7 6 0-15,-2 4 0 16,-4 0 0-16,-2 0 0 16,0 0 0-16,0 0 0 15,0 0 0-15,-10 0-2 16,-7 0 2-16,-3 0 0 15,-5 0-1-15,-1 0-10 16,-5 0-299-16</inkml:trace>
  <inkml:trace contextRef="#ctx0" brushRef="#br0" timeOffset="128838.01">14998 15516 2019 0,'0'0'8'0,"0"0"-5"0,0 0-1 0,0 0 1 15,0 0-1-15,0 0 2 16,113 41-2-16,-59-33-2 16,1-2 1-16,1-3-1 15,-2-3 0-15,-10 5 1 16,-5-5-1-16,-16 4 0 15,-9-3 0-15,-10 2 0 16,-1-2 0-16,-3 8 0 16,0 5 0-16,0 8 0 15,-23 13 0-15,-10 9 2 0,-5 6-2 16,0 7 0 0,-2 1 0-16,6-4 0 0,3-5 0 15,5-3 0-15,12-10 0 16,1-6 0-16,6-12 0 15,5-8 0-15,2-6 0 16,0-4 0-16,0 0 0 16,0 0 0-16,0 0 0 15,0 0 0-15,-2 0 0 16,-11 0-2-16,-6-14-10 16</inkml:trace>
  <inkml:trace contextRef="#ctx0" brushRef="#br0" timeOffset="129685.28">11642 13547 2009 0,'0'0'9'0,"0"0"-2"0,0 0 4 0,0 0-8 16,0 0-2-16,85-131 0 16,-16 80 0-16,16-7 0 15,17-5-1-15,23 3 1 16,20 4-1-16,27 8 1 15,9 9-1-15,8 10 0 16,2 8 0-16,-13 12 0 16,-11 5 0-16,-17 4 0 15,-28 0 0-15,-24 0 0 16,-17 2 0-16,-15 2 0 16,-12-4 0-16,-10 0 0 15,-13 0 0-15,-9 0 0 16,-10 0 0-16,-8 0 0 0,-4 0 0 15,0 0 0 1,-2 2 0-16,-23 9 0 0,-6 2-1 16,-3-9-3-16,3-4-33 15</inkml:trace>
  <inkml:trace contextRef="#ctx0" brushRef="#br0" timeOffset="130036.85">13803 12765 2016 0,'0'0'18'0,"0"0"-16"0,0 0-1 15,0 0 1-15,0 0 2 16,0 0-2-16,137 68-2 16,-93-49 0-16,1-2 0 15,-3 0 0-15,-2-1 0 16,-5 4 0-16,-8 2 0 15,-11 6 2-15,-14 3-2 16,-2 7 0-16,-11 5 0 16,-15-3 0-16,-8 0 0 15,-2-1 0-15,-2-3 0 16,-2-4 0-16,3-1 0 16,-2-2 0-16,6-9 0 15,9-2 0-15,8-9 0 16,7-4 0-16,7-1 0 15,2-2 0-15,0-2 0 0,0 0-6 16,2-6-550-16</inkml:trace>
  <inkml:trace contextRef="#ctx0" brushRef="#br0" timeOffset="132954.93">18272 10780 2024 0,'0'0'7'0,"0"0"-3"16,0 0 1-16,0 0-2 16,0 0-2-16,-142-20 0 0,95 53-1 15,-3 13 0-15,-1 9 0 16,6 8 2-16,8 1-2 16,16-3 0-16,9-6 0 15,12-11 0-15,0-7 0 16,31-12 0-16,19-11 0 15,16-7 0-15,13-7 0 16,-1 0 0-16,-2-7 0 16,-12-7 0-16,-13 0 0 15,-8-1 0-15,-10-4-2 16,-8-1-9-16</inkml:trace>
  <inkml:trace contextRef="#ctx0" brushRef="#br0" timeOffset="133186.9">18565 10728 2033 0,'0'0'6'0,"0"0"-2"15,0 0-2-15,0 0 0 16,0 0-2-16,0 0 0 16,-16 73 0-16,28-12 0 15,-6 2 0-15,0-4 0 16,-1 0 0-16,2-5 0 15,-2-8 0-15,-2-7 0 16,2-2 0-16,0-11 0 16,-3-7 0-16,0-12-4 15,0-7-60-15</inkml:trace>
  <inkml:trace contextRef="#ctx0" brushRef="#br0" timeOffset="133442.9">18561 10810 2021 0,'0'0'13'16,"-5"-103"-8"-16,14 64-1 16,26 3-3-16,13 10 0 15,0 10-1-15,4 5 2 16,-6 11-2-16,-7 0 0 16,-10 14 0-16,-10 17 0 15,-9 2 0-15,-10 6 0 16,0-1 0-16,-10 2 0 0,-21-7 0 15,-5 3 0 1,-3-7 0-16,1-5 0 0,9-3 0 16,6-7 0-16,11-13-3 15,10-1-27-15</inkml:trace>
  <inkml:trace contextRef="#ctx0" brushRef="#br0" timeOffset="133983.07">19155 10851 2033 0,'0'0'7'15,"0"0"-5"-15,0 0-1 16,0 0 1-16,0 0 0 15,0 0-2-15,141-21 0 16,-81 1 0-16,0 0 0 16,-6 2 0-16,1-1 0 15,-10 4 0-15,-9 1 0 16,-12 2 0-16,-13 1 0 16,-9 2 0-16,-2-1 0 15,-6-3 0-15,-23 0 0 16,-9 3 0-16,-5 4 0 15,1 3 0-15,7 2 0 0,6 1 0 16,15 0 0 0,9 0 0-16,5 0 0 0,0 0 0 15,32 0 0-15,11-3 0 16,5 3 0-16,4 0 0 16,-8 0 0-16,-4 0 0 15,-6 11 0-15,-13 7 0 16,-7 2 0-16,-14 4 0 15,0 4 0-15,-2 4 0 16,-23-2 0-16,-4 2 0 16,0 2 0-16,7-3 0 15,0-2 0-15,6 2 0 0,-2-6 0 16,5-2 0-16,4-5 0 16,5-9-2-16,4-9-13 15</inkml:trace>
  <inkml:trace contextRef="#ctx0" brushRef="#br0" timeOffset="134471.01">20059 10349 2036 0,'0'0'4'0,"0"0"-1"0,0 0-1 0,0 0 0 15,0 0-2-15,0 0 0 16,-4 10 0-16,4 30 0 16,-4 4 0-16,-5 4 0 15,-5 3 0-15,1-3 0 16,2-9 0-16,2-6 0 16,5-13 0-16,4-10 0 15,0-10 0-15,31 0 0 16,10 0 0-16,7-20 0 15,4-1 0-15,-4-4 0 16,-5 0 0-16,-3-2 0 16,-13-4 0-16,-7 3 0 0,-9-4 0 15,-9 0 0-15,-2 5 0 16,0 2 0-16,0 8 0 16,0 10 0-16,-2 3 0 15,2 4 0-15,-2 0 0 16,-1 11 0-16,1 28 0 15,0 14 0-15,2 6 0 16,0 4 0-16,0-2 0 16,0 0 0-16,0-7 0 15,-2-2 0-15,-8 0 0 16,-3-2 0-16,-9-5 0 16,-3-5-18-16</inkml:trace>
  <inkml:trace contextRef="#ctx0" brushRef="#br0" timeOffset="135456.26">18364 12073 1996 0,'0'0'22'0,"0"0"-10"15,0 0-6-15,0 0-1 16,0 0-3-16,0 0-1 16,-86-54-1-16,47 72 0 0,-5 16 1 15,6 9-1 1,7-1 0-16,11-1 0 15,15-4 0-15,5-5 0 0,9-7 0 16,29-6 2-16,9-5-2 16,9-4 0-16,4-3 0 15,-7 4 0-15,-6 1 0 16,-14 7 0-16,-12-2 0 16,-13 4 0-16,-8 2 0 15,-10 4 0-15,-27-1 0 16,-11 2 0-16,-4-6 0 15,4-3 0-15,1-4 0 16,7-5 0-16,11-4 0 16,8-4 0-16,15-2 0 15,6 0 0-15,2-6-3 0,32-22-18 16</inkml:trace>
  <inkml:trace contextRef="#ctx0" brushRef="#br0" timeOffset="135687.04">18632 12062 2034 0,'0'0'6'15,"0"0"-2"-15,0 0-3 16,0 0 1-16,0 0-2 16,0 0 0-16,53 150 0 15,-28-68 0-15,-3 1 0 0,-6-6 0 16,-6 0 0-16,-3-11 0 15,-4-5 0-15,-1-11 0 16,-2-11 0-16,2-11 0 16,-2-18-2-16,3-10-28 15</inkml:trace>
  <inkml:trace contextRef="#ctx0" brushRef="#br0" timeOffset="135930.26">18632 12009 2022 0,'0'0'10'0,"0"0"-4"16,-9-133-1-16,44 110-4 15,15 13 0-15,3 10-1 16,0 0 0-16,-9 14 2 0,-9 20-2 16,-16 8 0-16,-15 4 0 15,-4 4 0-15,-10-4 0 16,-30 2 0-16,-3-3 0 15,-1-7 0-15,4-5 0 16,15-12 0-16,14-13-4 16,11-8-20-16</inkml:trace>
  <inkml:trace contextRef="#ctx0" brushRef="#br0" timeOffset="136157.16">19376 12046 2034 0,'0'0'5'0,"0"0"-2"16,0 0 0-16,0 0-3 16,0 0 2-16,0 0-2 15,51 0 0-15,-8-11 0 16,1 4 0-16,-8 0 0 15,-8 5-2-15,-10 2-8 16,-11 0-486-16</inkml:trace>
  <inkml:trace contextRef="#ctx0" brushRef="#br0" timeOffset="136328.68">19392 12270 2017 0,'0'0'22'16,"0"0"-19"-16,0 0-1 15,0 0-1-15,0 0-1 16,113-31 0-16,-70 18 0 16,1-1 0-16,1 2 0 15,-1-2 0-15,3-3 0 16,-1-5-20-16</inkml:trace>
  <inkml:trace contextRef="#ctx0" brushRef="#br0" timeOffset="136922.84">20109 11734 1997 0,'0'0'20'0,"0"0"-4"0,0 0-10 16,0 0-3-16,11-103-2 15,18 73 0-15,14 3 0 16,1 4-1-16,3 11 0 15,1 3 2-15,-3 9-2 16,-5 0 0-16,-9 10 0 16,-10 16 0-16,-10 4 0 15,-11 5 0-15,0-2 0 16,-15-1 0-16,-20 0 0 16,-5-3 0-16,-2-8 0 0,3-2 0 15,12-11 0 1,11-4 0-16,11-4 0 0,5 0 0 15,0 0 0 1,15 0 0-16,24 0 0 0,7 0 0 16,6 0 0-16,-6 0 0 15,2 13 0-15,-9 12 0 16,-3 3 0-16,-11 5 0 16,-9-4 0-16,-12-1 0 15,-4 2 0-15,-16-2 0 16,-33-4 0-16,-17 0 0 15,-21-4 0-15,-7-3 0 16,-6-2 0-16,-1-6 0 16,1-8-3-16</inkml:trace>
  <inkml:trace contextRef="#ctx0" brushRef="#br0" timeOffset="137874.03">20942 10547 2024 0,'0'0'10'0,"0"0"-7"0,0 0 1 15,0 0-2-15,0 0-1 16,0 0 0-16,145 35 1 16,-36-20-2-16,3 10 0 15,-3 12 0-15,-2 13 0 0,-16 9 0 16,-12 5 0-16,-25 4 0 16,-20 4 0-16,-20 0 0 15,-14 2 0-15,-14-3 0 16,-35 2 0-16,-15-2 0 15,-15-4 0-15,-10-5 0 16,2-6 0-16,7-8 0 16,16-13 0-16,12-10 0 15,17-12 0-15,12-9 0 16,10-4 0-16,7 0 0 16,6-4 0-16,0-19 0 15,11-4 0-15,20-6-4 0,6-5-49 16</inkml:trace>
  <inkml:trace contextRef="#ctx0" brushRef="#br0" timeOffset="138572.95">22438 10659 1702 0,'0'0'335'0,"0"0"-333"16,0 0-1-16,0 0 2 0,0 0-2 16,0 0 0-16,46-10-1 15,-9-2 0-15,6-3 0 16,-1-4 0-16,-4-5 0 15,-7-4 0-15,-8 2 0 16,-9-2 0-16,-10 5 0 16,-4-2 0-16,0 7 2 15,0 5-2-15,0 7 0 16,0 3 0-16,0 3 0 16,-2 0 0-16,-6 28 0 0,2 14 0 15,2 8 0 1,4 3 0-16,0 2 0 0,0 0 0 15,16-3 0-15,-1-3 0 16,-3-8 0-16,3-5 0 16,-7-3 0-16,-6-10 0 15,-2-5 0-15,0-5 0 16,-2-6 0-16,-17 0 0 16,-8 0 0-16,-12 2 0 15,-3-2 0-15,-4 2 0 16,-1 0 0-16,4 4 0 15,11-1 0-15,9-5 0 16,12-3 0-16,11 1 0 16,0-5 0-16,28 0 0 15,26 0 0-15,15 0 0 0,5-10 0 16,-1-8 0-16,-4-3 0 16,-7 4 0-16,-6 1 0 15,-11 2 0-15,-14 3 0 16,-6 5 0-16,-12 3 0 15,-6-2 0-15,-3 4 0 16,-4-2 0-16,0 3 0 16,0 0 0-16,0 0 0 15,-20 9 0-15,-20 3-10 16</inkml:trace>
  <inkml:trace contextRef="#ctx0" brushRef="#br0" timeOffset="140428.93">18945 14347 1946 0,'0'0'79'0,"0"0"-73"0,0 0-3 16,0 0-1-16,0 0 1 15,0 0-2-15,-12 12 1 0,12-3-1 16,0-8-1-16,0-1 1 16,0-1-1-16,15-26 1 15,9-6-1-15,-3-10 0 16,-4 0 0-16,-3 2 0 15,-5 1 0-15,-5 6 0 16,-2 5 0-16,-2 12 2 16,0 8-2-16,0 9 0 15,0 0 0-15,0 25 0 16,0 19 0-16,2 12 0 16,4 0 0-16,-4 2 0 15,0 3 0-15,0-4 0 0,-2 2 0 16,0-1 0-16,0-5 0 15,0-5 0-15,0-7 0 16,0-11 0-16,-4-6 0 16,-2-10 0-16,4-10 0 15,-2 0 0-15,-7 0 0 16,-9-4 0-16,-9 4 0 16,-9-2 0-16,0 2 0 15,-1 0 0-15,4 5 0 16,12-8 0-16,6 4 0 15,12-3 0-15,5-2 0 16,0 0 0-16,5 0 0 16,35 0 0-16,18-8 0 0,14-6 0 15,-3-3 0-15,-7 4 0 16,-6-6 0-16,-9 5 0 16,-7 4 0-16,-8 0 0 15,-13 4 0-15,-7 0 0 16,-10 6 0-16,-2 0 0 15,0 0 0-15,0 2 0 16,-16 17 0-16,-17 6-3 16,-7-3-32-16</inkml:trace>
  <inkml:trace contextRef="#ctx0" brushRef="#br0" timeOffset="140935.04">18206 15291 2011 0,'0'0'13'0,"0"0"-6"0,0 0 1 0,0 0-4 0,0 0-3 15,0 0-1-15,-36-5 1 16,81 5-1-16,35-10 2 15,38-12-2-15,32-10 0 16,16-8 0-16,9-5 0 16,-11-1 0-16,-12 2 0 15,-18 1 0-15,-9 5 0 16,-10 7 0-16,-12 7 0 16,-16 6 0-16,-28 6 0 15,-22 5 0-15,-22 5 0 0,-14 2 0 16,-1 0 0-16,-1 0 0 15,-30 9 0-15,-16 15 0 16,-11 4 0-16,-11 1 0 16,-5 6-6-16,-1-1-523 15</inkml:trace>
  <inkml:trace contextRef="#ctx0" brushRef="#br0" timeOffset="141428.41">19184 15444 1994 0,'0'0'47'0,"0"0"-45"0,0 0-1 16,0 0 0-16,0 0 1 16,0 0-2-16,-75 86 0 15,65-33 0-15,10-3 0 16,0-10 0-16,0-8 0 16,23-10 0-16,10-14 0 0,9-8 0 15,3 0 0 1,1-19 0-16,-3-14 0 0,-7-3 0 15,-7-5 0-15,-9 0 0 16,-9-1 0-16,-4 5 0 16,-3 9 0-16,-2 10 0 15,-2 11 0-15,0 7 0 16,0 0 0-16,0 25 0 16,0 17 0-16,0 19 0 15,-2 1 0-15,-5 0 0 16,5-2 0-16,2-6 0 15,0-5 0-15,0-5 0 16,0-9 0-16,0-4 0 16,0-13 0-16,7-14-4 0</inkml:trace>
  <inkml:trace contextRef="#ctx0" brushRef="#br0" timeOffset="141719.84">20412 14405 2024 0,'0'0'15'0,"0"0"-11"0,0 0-2 0,0 0 0 0,0 0-2 16,0 0 0-16,0 0 0 15,-38 138 0-15,22-71 0 16,3-5 0-16,-3 0 0 16,1-3 0-16,-1-1 0 15,-1-12 0-15,1-8 0 16,-2-14 0-16,0-17-9 16</inkml:trace>
  <inkml:trace contextRef="#ctx0" brushRef="#br0" timeOffset="141926.13">20029 14436 2033 0,'0'0'7'0,"0"0"-5"16,0 0-1-16,0 0 1 16,0 0 0-16,146 120-2 15,-90-79 0-15,2 1 0 16,3-7 0-16,-8-1 0 15,-6-8 0-15,-12-2 0 16,-8-3 0-16,-9-10 0 16,-3-11-11-16</inkml:trace>
  <inkml:trace contextRef="#ctx0" brushRef="#br0" timeOffset="142143.01">20672 14191 2032 0,'0'0'8'16,"0"0"-4"-16,0 0-1 16,0 0-3-16,0 0 0 15,0 0 0-15,37 73 0 16,-24-8 0-16,-5 5 0 16,-1 7 0-16,-4-1 0 15,-1-8 0-15,0 2 0 16,-2-8 0-16,2-7 0 15,-2-10-5-15</inkml:trace>
  <inkml:trace contextRef="#ctx0" brushRef="#br0" timeOffset="142725.91">21143 14222 2026 0,'0'0'10'16,"0"0"-4"-16,0 0-3 16,0 0-3-16,0 0 2 15,-136 7-2-15,107 30 0 16,9 8 0-16,8-1 0 16,8 0 0-16,4-3 0 15,0-5 0-15,20-15 0 0,9-2 0 16,5-17 0-1,3-2 0-15,-1 0 0 0,-1-22 0 16,-1-10 0-16,-10-6 0 16,-1-9 0-16,-8 1 0 15,-3 0 0-15,-3 6 0 16,-1 7 0-16,4 8 0 16,-3 13 0-16,3 6 0 15,5 6 0-15,1 0 0 16,1 28 0-16,2 6 0 15,-4 8 0-15,-3 6 0 16,-1-2 0-16,-1-1 0 16,-2-13 0-16,9-6 0 0,2-16 0 15,6-6 0 1,4-4 0-16,0-6 0 0,0-21 0 16,-4-4 0-16,-8-9 0 15,-9-5 0-15,-10-9 0 16,0-4 0-16,-13-2 0 15,-13 4 0-15,-8 9 0 16,1 15 0-16,-4 18 0 16,2 13 0-16,-1 1 0 15,1 15 0-15,4 17 0 16,6 7 0-16,8 1 0 16,5-4 0-16,3-14-15 15</inkml:trace>
  <inkml:trace contextRef="#ctx0" brushRef="#br0" timeOffset="143007.26">21987 14114 2040 0,'0'0'4'0,"0"0"-4"0,0 0 3 15,0 0-3-15,0 0 0 16,98-110 0-16,-47 90 0 0,-4 2 0 16,-4 0 0-16,-10 6 0 15,-6 4 0-15,-10 2-5 16,-7 6-28-16</inkml:trace>
  <inkml:trace contextRef="#ctx0" brushRef="#br0" timeOffset="143185.09">22012 14221 2026 0,'0'0'13'15,"0"0"-9"-15,0 0-2 0,0 0-2 16,137-56 2-16,-81 36-2 15,0 2 0-15,-4 2 0 16,-6 6 0-16,-1-7 0 16,-3-1-2-16,-2-5-24 15</inkml:trace>
  <inkml:trace contextRef="#ctx0" brushRef="#br0" timeOffset="143752.12">22997 13547 2022 0,'0'0'15'0,"0"0"-14"0,0 0 2 16,0 0 0-16,0 0-2 15,0 0-1-15,2 93 2 16,-2-83-2-16,-21-7 0 15,-7-1 0-15,-2-2 0 16,1 0 0-16,6-3 0 16,9-20 0-16,11-4 0 15,3-11 0-15,3-5 0 16,21-7 0-16,5 4 0 16,7 8 0-16,-1 10 0 0,-3 18 0 15,-3 10 0 1,0 15 0-16,-5 26 0 0,-3 15 0 15,-8 8 0-15,-5 7 0 16,-8 1 0-16,0 0 0 16,-6 0 0-16,-25 0 0 15,-19-4 0-15,-9-5 0 16,-5-12 0-16,8-15 0 16,15-16 0-16,17-15 0 15,14-5 0-15,10-12 0 16,3-19 0-16,26-9 0 15,14 0 0-15,5 7 0 16,6 3 0-16,-3 13 0 16,-7 9 0-16,-6 8 0 15,-7 0 0-15,-2 12 0 0,-1 14 0 16,2 0 0 0,-1 2 0-16,-2-2 0 0,2-8 0 15,0-9-4-15,0-9-639 16</inkml:trace>
  <inkml:trace contextRef="#ctx0" brushRef="#br0" timeOffset="144116.35">23620 13289 1990 0,'0'0'39'0,"0"0"-29"0,0 0-5 0,0 0-4 16,0 0 1-16,-114-81-2 15,93 112 0-15,7 8 0 16,7 4 0-16,7 2 0 16,0 0 0-16,25-3 0 15,13-6 0-15,7-4 0 16,-1-7 0-16,-2-2 0 16,-6-1 0-16,0 1 0 15,-9-1 0-15,-8 0 0 16,-5-3 0-16,-7 1 0 15,-5-1 0-15,-2-1 0 16,0 0 0-16,-11-2 0 16,-18 0 0-16,-12 0 0 0,-8-4 0 15,-4-6 0 1,-3-6 0-16,4 0 0 0,8 0 0 16,8-22 0-16,6-12-2 15,11-10-16-15</inkml:trace>
  <inkml:trace contextRef="#ctx0" brushRef="#br0" timeOffset="144279.21">23561 13239 2019 0,'0'0'12'16,"0"0"-4"-16,130-103-5 0,-87 83-2 15,-3 6-1 1,-7 1 1-16,-2 0-1 0,-2-1 0 15,-2-9-1-15,-2-8-52 16</inkml:trace>
  <inkml:trace contextRef="#ctx0" brushRef="#br0" timeOffset="144526.04">24451 12515 2034 0,'0'0'8'0,"0"0"-5"16,0 0-1-16,0 0-2 16,0 0 0-16,0 182 0 15,0-88 0-15,-8 17 0 0,-15 11 0 16,-4 7 0 0,-6 1 0-16,-5-12 0 0,3-16 0 15,1-14 0-15,8-17 0 16,7-19 0-16,9-14 0 15,5-24 0-15,-2-14-13 16</inkml:trace>
  <inkml:trace contextRef="#ctx0" brushRef="#br0" timeOffset="144722.97">23745 12507 2034 0,'0'0'3'16,"0"0"2"-16,0 0-3 16,0 0-1-16,0 0-1 15,0 0 0-15,52-43 0 16,-17 80 0-16,9 10 0 16,3 4-11-16</inkml:trace>
  <inkml:trace contextRef="#ctx0" brushRef="#br0" timeOffset="144934.15">24719 13582 2028 0,'0'0'12'16,"0"0"-8"-16,0 0-3 15,0 0-1-15,0 0 0 16,0 0 0-16,58-41 0 16,-52 33-3-16,-3 0-185 15</inkml:trace>
  <inkml:trace contextRef="#ctx0" brushRef="#br0" timeOffset="145443.09">24364 12049 2027 0,'-166'-37'7'15,"-24"14"-2"-15,-9 13-1 16,-12 10-2-16,-12 36-2 15,-4 42 2-15,-9 45-2 16,-1 44 0-16,-3 39 0 16,10 48 0-16,23 31 0 15,38 12 0-15,55-8 0 0,68-37 0 16,52-35 0-16,94-45 0 16,66-34 0-16,42-31 0 15,31-27 0-15,11-24 0 16,-7-31 0-16,-11-25 0 15,-22-9 0-15,-17-41 0 16,-15-13 0-16,-7-16 0 16,3-9 0-16,9-19 0 15,4-19 0-15,-2-30 0 16,-9-33 0-16,-11-25 0 16,-25-35 0-16,-30-16 0 15,-48-1 0-15,-58 3 0 0,-39 20 0 16,-81 27 0-16,-71 46 0 15,-76 53 0-15,-71 59 0 16,-73 58 0-16,-13 20 0 16,38 58 0-16,73 28 0 15,88-6-5-15</inkml:trace>
  <inkml:trace contextRef="#ctx0" brushRef="#br0" timeOffset="146537.13">540 8708 2027 0,'0'0'4'0,"0"0"-2"0,0 0 0 0,-52 118 2 15,73-75-1-15,19-3-1 16,18-18-1-16,23-22-1 15,38-26 2-15,39-66-2 16,45-53 0-16,40-29 0 16,27-17 0-16,10 3 0 15,-1 17 0-15,-32 17 0 16,-49 32 0-16,-59 37 0 16,-60 40 0-16,-44 32 0 15,-27 13 0-15,-8 3 0 16,0 25 0-16,-31 13 0 15,-25 19 0-15,-29 19-2 0,-26 5 0 16,-21 3-29-16</inkml:trace>
  <inkml:trace contextRef="#ctx0" brushRef="#br0" timeOffset="146882.91">368 9363 1995 0,'0'0'32'0,"0"0"-30"15,-56 134 1-15,101-114 3 0,39-20-2 16,44-20-1-16,45-59-1 16,53-40-2-16,29-36 0 15,47-23 0-15,27-23 0 16,21-4 0-16,4 5 0 15,-32 12 0-15,-54 35 0 16,-62 31 0-16,-63 33 0 16,-54 37 0-16,-41 26 0 15,-32 20 0-15,-13 6 0 16,-3 0 0-16,0 0 0 16,-5 2 0-16,-9 8 0 15,4 7 0-15,-9 0 0 16,-5-1-3-16,-14-9-332 0</inkml:trace>
  <inkml:trace contextRef="#ctx0" brushRef="#br0" timeOffset="152315.15">16959 5085 1836 0,'0'0'156'0,"-143"-150"-151"0,40 78 1 16,-26 3 7-16,-26 1-7 16,-17 3 0-16,-16 6-1 15,-10 7-2-15,-11 5-1 16,-23 7 0-16,-22 6-1 16,-24 4-1-16,-17 9 0 15,-10 6 0-15,-9 15 1 0,-13 0-1 16,-8 19 0-16,-11 20 0 15,-5 12 0-15,-3 6 0 16,-7 6 0-16,8 1 0 16,10-3 0-16,25 2 0 15,25-1 0-15,29 5 0 16,21 1 0-16,11 10 0 16,16 8 0-16,11 7 0 15,9 1 0-15,18-5 0 16,17-3 0-16,19-7 0 15,22-1 0-15,12-2 0 16,12 1 0-16,9 3 0 0,8 2 0 16,12 0 1-16,7 3-1 15,8-3 0-15,15 0 0 16,8-3 0-16,13-3 0 16,16-2 0-16,0-4 0 15,22 3 0-15,20-2 0 16,14 2 0-16,6-1 0 15,15-5 0-15,6-4 0 16,12-3 0-16,5-6 0 16,16-1 0-16,26-6 0 15,32-4 0-15,40-15 0 16,44-22 0-16,35-6 0 16,23-14 0-16,18-18 1 15,7-4-1-15,0 3 0 16,-3 1 0-16,-15 5 0 0,-13 0 0 15,-9 4 0-15,-2-8 0 16,8-7 0-16,5-6 0 16,0-6 0-16,-1-9 0 15,1 6 0-15,-6-6 0 16,-10-1 0-16,-13 4 0 16,-24-1 0-16,-23 1 0 15,-27-5 0-15,-15 1 0 16,-11-9 0-16,-9-5 0 15,-8-2 0-15,-12-3 0 16,-17-5-1-16,-22 2 1 16,-26 0 0-16,-27-1 0 0,-23-3 0 15,-24 0 0-15,-15-2 0 16,-15-2 0-16,-34-2 1 16,-16-1-1-16,-6 5 0 15,-3 14 0-15,5 14 0 16,0 16 0-16,3 14 0 15,3 8 0-15,5 10 1 16,0 8-1-16,-2 4-1 16,0 0 1-16,-11 1-1 15,-6-1-16-15</inkml:trace>
  <inkml:trace contextRef="#ctx0" brushRef="#br0" timeOffset="155546.2">3478 2183 1996 0,'0'0'4'0,"0"0"-4"0,0 0 5 16,-33 113 6-16,33-88-5 15,21 2-2-15,16-5-1 0,15-6 1 16,21-14 0-16,20-2-1 15,34-42 0-15,43-34-2 16,44-27-1-16,36-20 1 16,16-13-1-16,4 6 0 15,-12 16 0-15,-19 20 0 16,-32 27 0-16,-38 22 0 16,-46 19 0-16,-47 17 0 15,-41 9 0-15,-26 0-1 16,-9 26 1-16,-27 7 0 15,-30 6 0-15,-21 10 0 16,-14 1-1-16,-12 7-2 16,-14 2-17-16</inkml:trace>
  <inkml:trace contextRef="#ctx0" brushRef="#br0" timeOffset="156066.4">2942 2691 1996 0,'0'0'12'0,"0"0"-12"0,0 0 3 0,0 0 3 15,21 105 0-15,16-88 1 16,11-5-3-16,19-12 0 16,16 0-2-16,17-29 0 15,20-12-1-15,14-13-1 16,9-8 1-16,2-7-1 15,2-7 0-15,10-2 1 16,15-5-1-16,25-2 0 16,17 0 0-16,8 7 0 15,7 8 0-15,-13 6 0 0,-23 9 0 16,-29 5 0-16,-33 9 0 16,-33 10 0-16,-33 14 0 15,-29 4 0-15,-23 11 0 16,-13 2 0-16,0 0 0 15,0 0 0-15,-6 0 0 16,-12 0 0-16,-5 15 0 16,-1 4 0-16,-7-8-6 15,-4-11-75-15</inkml:trace>
  <inkml:trace contextRef="#ctx0" brushRef="#br0" timeOffset="161532.24">11094 2199 1949 0,'0'0'3'0,"0"0"7"15,0 0 15-15,0 0-5 16,0 0-10-16,0 0-2 16,116 63-1-16,-37-79-3 15,27-18-1-15,16-9-1 16,9-5-2-16,6-2 1 0,-4-4-1 15,-4 0 0 1,-10 4 0-16,-17 6 1 0,-15 8-1 16,-17 5 0-16,-15 5 0 15,-15 10 0-15,-13 2 0 16,-14 8 0-16,-8 2 1 16,-5 2-1-16,0 2 0 15,0 0 0-15,0 0 0 16,0 0 0-16,0 0 0 15,0 0-2-15,-16 14-4 16,-10 2-14-16</inkml:trace>
  <inkml:trace contextRef="#ctx0" brushRef="#br0" timeOffset="164330.1">12562 10474 1999 0,'0'0'4'0,"-140"68"-4"0,95-42 3 16,19-11 6-16,10-6-1 15,14-4-1-15,2-5-3 16,11 0 0-16,51-11-1 16,57-24-3-16,70-9 1 15,81-6 0-15,75 0-1 16,67-4 1-16,80-2-1 15,70-4 1-15,50-2-1 16,44-3 0-16,-3 12 0 16,-38 12 0-16,-50 7 0 0,-83 6 0 15,-90 6 0-15,-92 2 0 16,-88 0 0-16,-69-3 0 16,-54 1 0-16,-36 0 2 15,-24 7-2-15,-17 6 0 16,-8 5 0-16,-4 3 0 15,0 1 0-15,2-3 0 16,-2 3 0-16,0-1 0 16,0 1 0-16,-11 4-2 15,-34 19 0-15,-26 1-4 16,-34-10-445-16</inkml:trace>
  <inkml:trace contextRef="#ctx0" brushRef="#br0" timeOffset="165348.96">11775 8532 1980 0,'0'0'24'0,"0"0"-17"0,0 0-2 0,0 0 0 16,0 0 5-16,164 69-6 15,-15-70 0-15,51-33-3 16,54-12 0-16,67-17 0 16,56-11 0-16,37-8-1 15,30 3 0-15,5-2 0 16,-25 11 0-16,-48 7 0 16,-77 13 0-16,-85 13 1 15,-73 9-1-15,-60 5 0 16,-33 9 0-16,-28 5 1 15,-11 5-1-15,-7 2 0 16,-2 2 0-16,0 0 0 0,0 0 0 16,0 0 0-16,0 0 0 15,0 0 0-15,-4 3-1 16,-21 13-2-16,-9 2-5 16,-13-2-22-16</inkml:trace>
  <inkml:trace contextRef="#ctx0" brushRef="#br0" timeOffset="166222.97">6204 11667 2020 0,'0'0'0'0,"0"0"2"0,0 0-1 15,127 20 3-15,-56-89 3 16,18-25-4-16,20-18-1 16,15-17-1-16,19-9-1 15,20-4 1-15,11 1-1 16,2 13-1-16,-11 16-1 0,-38 23-24 16</inkml:trace>
  <inkml:trace contextRef="#ctx0" brushRef="#br0" timeOffset="166428.98">6194 12403 2039 0,'0'0'1'16,"206"-119"0"-16,-34 15-1 15,46-30 2-15,53-29-2 16,50-6 0-16,20 1 0 16,-16 8 0-16,-57 11-17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04:49.22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008B"/>
    </inkml:brush>
  </inkml:definitions>
  <inkml:trace contextRef="#ctx0" brushRef="#br0">3555 3387 2013 0,'0'0'2'0,"0"0"-2"16,0 0 0-16,-79 102 3 15,77-49 1-15,2 4 0 16,9-7-1-16,32-15-1 0,21-21 1 15,34-14 1-15,39-41-2 16,58-37 1-16,48-24-2 16,42-16-1-16,23 1 1 15,3 9-1-15,-14 7 0 16,-25 17 0-16,-39 14 0 16,-53 16 0-16,-44 12 0 15,-47 14 0-15,-34 8 0 16,-26 12 0-16,-16 4 0 15,-9 4 0-15,-2 0 0 0,0 0 0 16,0 0 0 0,0 6 0-16,-9 22 0 0,-17 16-1 15,-12 1-4-15,-5-3-90 16</inkml:trace>
  <inkml:trace contextRef="#ctx0" brushRef="#br0" timeOffset="445.52">7830 3100 1827 0,'0'0'204'0,"0"0"-204"0,0 0-1 0,0 0 1 0,0 0 0 16,-24 104 2-16,66-84-1 16,25-10 1-16,22-10 1 15,29-2 0-15,20-26-2 16,13-6 0-16,1-2-1 15,-9 2 1-15,-8 3-1 16,-14 1 0-16,-19 3 0 0,-19 4 0 16,-25 5 0-16,-21 6 0 15,-16 6 0-15,-13 5 0 16,-6 1 0-16,-2 0 0 16,0 0 0-16,0 0 0 15,0 7 0-15,-2 19-1 16,-6 10 0-16,-3 0-8 15,1-3-52-15</inkml:trace>
  <inkml:trace contextRef="#ctx0" brushRef="#br0" timeOffset="1074.18">11569 2895 2003 0,'0'0'12'0,"-143"-150"-7"0,20 78 0 0,-50 7 0 15,-44 11-2-15,-41 8-2 16,-41 16 1-16,-23 16-1 16,-24 14 0-16,-10 16 0 15,3 41 0-15,13 27 0 16,14 28-1-16,30 26 0 15,44 23 0-15,52 21 1 16,66 22-1-16,69 5 0 16,65-10 0-16,58-21 1 15,96-40-1-15,76-29 0 16,63-35 0-16,60-30 0 16,38-27 0-16,25-17 1 15,4-19-1-15,-18-29-1 0,-28-18 1 16,-37-20 0-16,-33-15 1 15,-22-21-1-15,-33-22 0 16,-26-15 0-16,-34-7 0 16,-35-2 0-16,-38 13 0 15,-43 20 0-15,-46 17 0 16,-27 15 0-16,-83 15 1 16,-71 7-1-16,-79 11 0 15,-85 15 0-15,-73 17 0 16,-37 22 0-16,-4 16 0 15,27 6-2-15,48 18-17 16</inkml:trace>
  <inkml:trace contextRef="#ctx0" brushRef="#br0" timeOffset="2985.59">10470 2876 1991 0,'0'0'26'0,"-193"59"-26"0,145-41 1 0,29-9 1 16,19-9 4-16,13-5 1 15,58-36-2-15,57-24-4 16,72-23 1-16,58-17 0 15,61-7-1-15,41 2-1 16,13 12 1-16,8 12-1 16,-20 19 0-16,-38 15 0 15,-47 14 0-15,-62 10 0 16,-62 7 0-16,-57 13 0 16,-39 1 0-16,-29 5 0 15,-18 2 0-15,-7 0 0 16,-2 0 0-16,0 0 0 0,0 0 0 15,-2 0 0-15,-21 2 0 16,-12 11 0-16,-7 0-2 16,-8-1-6-16,0-6-45 15</inkml:trace>
  <inkml:trace contextRef="#ctx0" brushRef="#br0" timeOffset="3373.99">13354 1842 2034 0,'0'0'2'0,"0"0"0"0,0 0-1 15,0 0 0 1,0 0 1-16,0 0-2 0,84 3 1 16,-15 10 0-16,5 0-1 15,-1-6 0-15,-6 2 0 16,-6 3 0-16,-11 2 0 15,-9 4 0-15,-15 0 0 16,-8 4 0-16,-12 8 0 16,-6 10 0-16,-4 8 0 15,-25 4 1-15,-11 1-1 16,-5-3 0-16,-1 0 0 16,-3-4 0-16,4-4 2 15,6-4-2-15,4-8 0 16,14-10 0-16,5-6 0 15,5-6 0-15,7-4 0 0,1-2 0 16,3-2 0-16,0 0 0 16,0 0 0-16,0 0-2 15,0-4-2-15,7-14-57 16</inkml:trace>
  <inkml:trace contextRef="#ctx0" brushRef="#br0" timeOffset="5010.04">14586 1937 2018 0,'0'0'8'0,"0"0"-3"15,0 0 1-15,0 0-2 16,0 0-3-16,0 0 0 15,0 8-1-15,0 26 0 16,0 8 0-16,0 4 0 16,0-2 1-16,0-4-1 15,0-6 0-15,0-7 0 16,0-7 0-16,15-4 0 16,7-7 0-16,10-2 0 15,7-7 0-15,10 0 0 16,6-4 0-16,-7-17 0 15,-3-5 0-15,-9-4 0 0,-10-4 0 16,-8 0 0-16,-9 1 0 16,-5 0 1-16,-4 7-1 15,0 8 2-15,0 8-2 16,0 6 0-16,0 2 0 16,0 2 0-16,0 0 0 15,0 0 0-15,0 22 0 16,0 13 0-16,0 13 0 15,0-1 0-15,0 0 0 16,0-2 0-16,0-1 0 16,0 3 0-16,0-1 0 15,0-6 0-15,0-4 0 16,7-11-5-16,6-12-20 16</inkml:trace>
  <inkml:trace contextRef="#ctx0" brushRef="#br0" timeOffset="5376.17">15378 1944 2033 0,'0'0'3'0,"0"0"1"0,0 0-1 16,0 0-2-16,0 0 0 16,0 0-1-16,-53-37 0 15,40 87 0-15,-3 12 0 16,8 1 0-16,5-6 0 0,3-7 0 15,0-6 0-15,22-10 0 16,7-9 0-16,2-11 0 16,7-10 0-16,-1-4 0 15,2 0 0-15,-3-22 0 16,-5-10 0-16,-11-4 0 16,-9-7 0-16,-11-7 0 15,0-4 0-15,-8-2 0 16,-15 4 0-16,-4 10 0 15,0 10 0-15,-2 14 0 16,0 12 0-16,2 6 0 16,1 11 0-16,2 25 0 15,8 8 0-15,7 5-3 16,9-4-16-16</inkml:trace>
  <inkml:trace contextRef="#ctx0" brushRef="#br0" timeOffset="6359.97">16124 1902 2026 0,'0'0'7'0,"0"0"-3"15,0 0 1-15,0 0-3 16,0 0-1-16,0 0-1 15,-119 19 0-15,90 33 0 0,2 2 0 16,7-2 0-16,11-5 0 16,7-10 0-16,2-5 0 15,0-7 0-15,4-12 0 16,19-7 0-16,8-6 0 16,2 0 0-16,4-19 0 15,-1-13 0-15,-7-8 0 16,-8-7 0-16,-8-2 0 15,-13-1 0-15,0 0 0 16,0 11 0-16,0 13 0 16,-7 13 0-16,5 13 0 15,-6 0 2-15,-1 17-2 0,-3 17 0 16,1 12-2-16,9 2 2 16,2-4 0-16,0-4 0 15,11-8 2-15,16-10-4 16,4-8 2-16,9-12 0 15,5-2 2-15,3-6-2 16,2-23-2-16,-2-10 2 16,-9-8 0-16,-12-11 0 15,-10-9 0-15,-13 0 0 16,-4 5 0-16,0 19 0 16,-6 9 0-16,-7 20 0 15,1 7 2-15,-1 7-2 16,-3 0 0-16,1 19 0 0,3 4 0 15,8 5 0 1,4-4 0-16,0 1 0 0,18-7 0 16,11-6 0-16,7-4 0 15,1-7 0-15,1-1 0 16,-4 0 0-16,-8 0 0 16,-8 5 0-16,-5 5 0 15,-7 8 0-15,-6 12-2 16,0 6 2-16,-6 8 0 15,-9 0 0-15,1-4 0 16,10-6 0-16,4-8 0 16,0-9 0-16,10-8 0 0,19-9 0 15,13 0 0 1,16-14 0-16,6-16 0 0,-1-9 0 16,-5-8 0-16,-14-11 0 15,-11-14 0-15,-13-8 0 16,-11-9 0-16,-9 1 0 15,0 5 0-15,-4 14 0 16,-14 15 0-16,2 19 0 16,3 17 2-16,3 14-2 15,4 4 0-15,-7 7 0 16,2 31 0-16,-4 14 0 16,3 12 0-16,10 4 0 15,2 4 0-15,0 5 0 16,0 3 0-16,0-4 0 15,7-6 0-15,0-10 0 0,-3-16 0 16,4-10 0-16,2-12-2 16,-3-11-1-16,-1-11-34 15</inkml:trace>
  <inkml:trace contextRef="#ctx0" brushRef="#br0" timeOffset="6706">16925 1824 2008 0,'0'0'20'0,"0"0"-13"0,0 0-3 16,0 0-2-16,0 0-1 15,0 0-1-15,142-46 0 0,-95 32 1 16,-5 1-1-16,-4-4 0 16,-4 3 0-16,-10-2 0 15,-3 2 0-15,-11 0 0 16,-2 2 0-16,-8 2 0 15,0 4 1-15,0 4 0 16,0 0-1-16,0 2 2 16,0 0-2-16,0 0 0 15,0 8 0-15,0 16 0 16,0 16 0-16,0 7 0 16,0 6 0-16,0 5 0 15,0-1 0-15,0-5 0 16,0-8 0-16,0-8 0 0,0-10 0 15,-3-14-5 1,-6-10-31-16</inkml:trace>
  <inkml:trace contextRef="#ctx0" brushRef="#br0" timeOffset="6870.33">17299 1355 2031 0,'0'0'2'15,"0"0"0"-15,0 0 1 16,0 0-2-16,0 0-1 16,0 0 0-16,0-4-1 0,7 33-2 15,-1 3-72 1</inkml:trace>
  <inkml:trace contextRef="#ctx0" brushRef="#br0" timeOffset="7755.03">17680 1616 2029 0,'0'0'7'0,"0"0"-3"16,0 0-1-16,0 0-1 15,0 0-2-15,0 0 0 16,-113 4 0-16,93 22 0 15,3 10 0-15,9 1 0 0,8 1 0 16,0-7 0-16,6-5 0 16,23-7 0-16,12-10 0 15,6-6 2-15,4-3-2 16,7-14 0-16,-3-15 0 16,-1-7-2-16,-3-9 2 15,-9-6 0-15,-4-13 0 16,-5-15 0-16,-8-9 0 15,-7-10 0-15,-11 2 0 16,-7 8 0-16,0 14 0 16,0 19 0-16,-9 21 0 15,-5 18 0-15,3 14 0 0,-11 2 2 16,-7 37-2-16,-4 19 0 16,-1 16 0-16,12 8 0 15,13 1 0-15,9 0 0 16,0-6 0-16,0-9 0 15,18-8 0-15,13-13 0 16,11-9 0-16,11-11 0 16,4-13 0-16,5-10 0 15,1-2 0-15,-1-12 0 16,-2-21 0-16,-4-8 0 16,-7-9-2-16,-10-2 2 15,-12 5 0-15,-11 10 0 16,-11 15 0-16,-5 12 0 0,0 10 2 15,0 0-2-15,-16 5 0 16,-6 19 0-16,-1 11 0 16,7-3 0-16,16 0 0 15,0-4 0-15,12-2 0 16,19-8 0-16,10-8 0 16,11-8 0-16,4-2 0 15,5-2 0-15,-6-20 0 16,-8-8 0-16,-7-6 0 15,-11-8 0-15,-13-6 0 16,-12-7 0-16,-4 5 0 16,0 10 0-16,-10 12 0 0,-2 14 0 15,5 10 0 1,-1 6 0-16,-4 6 0 0,1 20 0 16,0 14 0-16,6 4 0 15,5 6 0-15,0 6 0 16,18 2 0-16,3-1 0 15,-8 2 0-15,-13-7 0 16,0 7 0-16,-44 3 0 16,-26 9 0-16,-28 5 0 15,-27 4 0-15,-24-4-3 16,-20-5-16-16</inkml:trace>
  <inkml:trace contextRef="#ctx0" brushRef="#br0" timeOffset="8046.04">14269 3248 1981 0,'167'-74'54'0,"98"-24"-54"0,95-16 2 16,65-15 2-16,45-3-2 15,11 4-1-15,-24 9-1 16,-47 21 0-16,-74 18 0 16,-82 20 0-16,-71 13 0 15,-59 11 0-15,-47 10 0 0,-42 13 0 16,-24 8 0-16,-13 5 0 16,-63 24-1-16,-49 25 1 15,-44 10-3-15,-39 9-16 16</inkml:trace>
  <inkml:trace contextRef="#ctx0" brushRef="#br0" timeOffset="8339.49">14679 3605 2039 0,'0'0'3'0,"0"0"-3"16,221-124 1-16,39 21 1 0,86-11 0 15,68 2-2 1,47-4 0-16,7 3 0 0,-32 1 0 16,-54 2 0-16,-77 10 0 15,-80 13 0-15,-66 21 0 16,-52 16 0-16,-50 21 0 16,-28 12 0-16,-20 11 0 15,-9 6 0-15,-20 0 0 16,-32 2 0-16,-14 16 0 15,-5 6 0-15,11 2-2 16,10 0-1-16,8-2-16 16</inkml:trace>
  <inkml:trace contextRef="#ctx0" brushRef="#br0" timeOffset="12085.08">19107 3108 2016 0,'0'0'9'0,"0"0"-6"0,-95-114 3 0,20 79-3 0,-28 5 0 16,-31 4-2-16,-26 11 0 15,-27 6-1-15,-25 9 1 16,-6 0-1-16,-5 19 0 16,9 12 0-16,16 16 0 15,11 13 1-15,18 14-1 0,21 18 0 16,26 19 0-1,26 13 0-15,27 12 1 0,20 4-1 16,22-5 0-16,22-9 0 16,5-9 0-16,36-10 0 15,27-9 2-15,23-10-2 16,29-15 0-16,22-10 0 16,21-13 0-16,10-14 0 15,4-14 0-15,-1-14 0 16,3-8 0-16,9-19 0 15,0-22 0-15,4-12 0 16,-7-4 0-16,-17-11 0 16,-18-7 0-16,-20-9 0 15,-17-13 0-15,-16-13 0 0,-14-19 0 16,-16-22 0-16,-17-12 0 16,-21 1 0-16,-19 15 0 15,-5 25 0-15,-45 20 0 16,-24 17 0-16,-25 13 0 15,-24 12 0-15,-20 12 0 16,-16 8 0-16,-4 12 0 16,-7 9 0-16,-2 16 0 15,3 3 0-15,6 7 0 16,6 24 0-16,9 9 0 16,8 13 0-16,4 9 0 15,14 11 0-15,5 17 0 16,12 9 0-16,12 15 0 15,13 14 0-15,15 5 0 0,16 3 0 16,12-3 0-16,14-9 0 16,12-6 0-16,6-7 0 15,0-9 0-15,22-12 0 16,28-12 0-16,14-12 0 16,20-12 0-16,19-11 0 15,20-12 0-15,15-6 0 16,13-13 0-16,177-10 0 15,-153-12 0 1,-8-19 0-16,-4-4 0 16,-11-5 0-16,-16-9 0 0,-4-7 0 15,-8-7 0 1,-3-10 0-16,-6-13 0 0,-3-13 0 16,-10-12 0-16,-9-20 0 15,-14-13 0-15,-25-7 0 16,-25 7 0-16,-23 12 0 15,-6 18 0-15,-31 13 0 16,-21 8 0-16,-16 7 0 16,-17 6 0-16,-15 10 0 15,-19 10 0-15,-14 11 0 16,-14 11 0-16,-5 15 0 16,-4 12 0-16,0 9 0 15,5 4 0-15,4 22 0 16,15 10 0-16,14 5 0 15,14 7 0-15,4 8 0 0,5 6 0 16,2 7 0-16,4 3 0 16,7 2 0-16,1 2 0 15,1 1 0-15,2 2 0 16,-3 8 0-16,2 1 0 16,0 0 0-16,15-6 0 15,9-2 0-15,12-3 0 16,10 1 0-16,6 4 0 15,10 3 0-15,7-1 0 16,10-4 0-16,0 0 0 16,16-6 0-16,22-2 0 15,13-5 0-15,16-9 0 16,12-8 0-16,20-6 0 0,14-8 0 16,16-6 0-16,16-6 0 15,11-9 0-15,8-13 0 16,-2-2 0-16,-3-5 0 15,-4-23 0-15,-12-8 0 16,-5-10 0-16,-11-6 0 16,-3-13 0-16,-5-8 0 15,-6-14 0-15,-8-17 0 16,-14-13 0-16,-12-13 0 16,-17-4 0-16,-20-2 0 15,-17 0 0-15,-17 8 0 16,-8 7 0-16,-8 6 0 0,-28 9 0 15,-13 8 0-15,-16 2 0 16,-10 11 0-16,-14 13 0 16,-11 12 0-16,-3 12 0 15,-2 16 0-15,2 10 0 16,5 18 0-16,-2 4 0 16,2 7 0-16,13 22 0 15,14 1 0-15,24 0 0 16,22 4 0-16,19 5 0 15,6 6-2-15,14 4-4 16,24-2-19-16</inkml:trace>
  <inkml:trace contextRef="#ctx0" brushRef="#br0" timeOffset="14034.03">19973 4291 1998 0,'0'0'8'0,"0"0"-2"0,0 0 6 0,0 0-5 16,0 0-3-16,0 0-2 16,0 0-1-16,47 14 0 15,73-4 1-15,38 0-1 16,37 4 0-16,38 4 0 15,32 4-1-15,45 0 1 16,42-2-1-16,31-5 0 16,19-2 0-16,-9-5 0 0,-25-4 0 15,-38-4 0 1,-45 0 0-16,-53-12 0 0,-49-5 0 16,-48 1 2-16,-32 1-2 15,-27 0 0-15,-18 7 0 16,-16-3 0-16,-13 3 0 15,-11 2 0-15,-14 2 0 16,-4 4 0-16,0-3 0 16,0 3 0-16,0 0 0 15,-11 0 0-15,-11 3 0 16,-7 9 0-16,-5 3 0 16,-5-5-3-16,-11-5-4 15,-10-5-284-15</inkml:trace>
  <inkml:trace contextRef="#ctx0" brushRef="#br0" timeOffset="15346.49">921 5364 1835 0,'0'0'175'16,"0"0"-172"-16,0 0 0 0,0 0 6 16,0 0-3-16,0 0-3 0,4 20-3 15,65-8 1-15,45 2 2 16,42-7-1-16,55-7 0 15,61 0-1-15,67-14 0 16,66-19 0-16,48-11-1 16,28-4 0-16,-2-7 0 15,-26 5 0-15,-60 6 0 16,-67 1 0-16,-74 14 0 16,-63 6 0-16,-46 4 0 15,-41 5 0-15,-33 5 0 16,-22 2 0-16,-16 3 0 0,-12 0 0 15,-11-2 0-15,-3 2 2 16,-5 0-2-16,2 2 0 16,0 2 0-16,0 0 0 15,0 0 0-15,-1 0 0 16,2 0 0-16,-3 0 0 16,0 0 0-16,0 0 0 15,0 0 0-15,0 0 0 16,0 0 0-16,0 0-2 15,0 0 2-15,0 0-1 16,-3 0 0-16,-4 0-6 16,-6 0-16-16</inkml:trace>
  <inkml:trace contextRef="#ctx0" brushRef="#br0" timeOffset="17308.14">10649 6541 2023 0,'0'0'8'0,"0"0"-3"16,0 0-1-16,0 0-2 15,0 0-1-15,0 0-1 16,0 0 0-16,-5 68 0 16,-1-4 1-16,-4 10-1 15,2-2 0-15,1 1 1 16,1-4-1-16,-2-4 0 16,4 0 0-16,2-9 0 15,0-11 0-15,2-8 0 16,0-22 0-16,0-15-11 15</inkml:trace>
  <inkml:trace contextRef="#ctx0" brushRef="#br0" timeOffset="17594.21">10597 6505 2031 0,'0'0'5'0,"0"0"-1"15,0 0-1-15,29-120-1 16,14 99-2-16,8 7 0 16,4 8 0-16,-1 6 0 15,-3 0 0-15,-10 26 0 16,-15 11 0-16,-19 6 0 16,-7 5 0-16,-25 2 2 15,-24 1-2-15,-8-1 0 16,-1-6 0-16,6-9 0 0,10-10 0 15,11-9 0-15,11-6-2 16,13-4 0-16,7-6-9 16</inkml:trace>
  <inkml:trace contextRef="#ctx0" brushRef="#br0" timeOffset="18014.39">11021 6843 2029 0,'0'0'8'0,"0"0"-4"16,0 0-1-16,0 0-2 15,0 0-1-15,0 0 0 16,46-91 2-16,-7 91-2 15,0 0 0-15,-1 21 0 16,-3 16 0-16,-1 7 0 16,-7 0 0-16,-11 0 0 15,-5-2 0-15,-11-6 0 16,0-6 0-16,0-6 0 0,-7-7 0 16,-4-9 0-1,-3-8 0-15,3 0 0 0,0-17 0 16,2-15 0-16,7-8 0 15,2-9 0-15,0-3 0 16,4-5 0-16,14 1 0 16,7-1 0-16,2 13 0 15,2 12-3-15,11 12-1 16,-5 13-11-16,-1 7-2010 16</inkml:trace>
  <inkml:trace contextRef="#ctx0" brushRef="#br0" timeOffset="19003.97">11820 6860 2031 0,'0'0'6'0,"0"0"-1"0,0 0-3 16,0 0-1-16,-122-54-1 16,95 54 0-16,0 5 2 15,-2 22-2-15,0 8 0 16,10 8 0-16,3 0 0 16,11-2 0-16,5-1 0 15,0-6 0-15,9-5 0 16,17-10 0-16,8-6 0 0,5-12 0 15,1-1 0-15,-3-4 0 16,1-19 0-16,-9-9 0 16,-7-9-2-16,-6-9 2 15,-7-10 0-15,-4-10 0 16,1-7 0-16,0 1 0 16,2 7 0-16,3 10 0 15,2 13 0-15,3 14 0 16,6 7 0-16,1 12 0 15,5 7 0-15,1 6 0 0,0 0 0 16,-2 6 2 0,-5 19-2-16,-2 8 0 0,-8 11 0 15,-12 14 0-15,0 9 0 16,-8 14 0-16,-18 4 0 16,-3 1 0-16,-2-4 0 15,2 1 0-15,4-5 0 16,3-8 0-16,7-10 0 15,5-14 0-15,10-17 0 16,0-10 0-16,12-15 0 16,21-4 0-16,5-2 0 15,4-20 0-15,1-12-2 16,-6-6 2-16,-6-8-2 16,-12-4 2-16,-13 0 0 15,-6 3 0-15,-6 7 0 0,-19 12 0 16,-8 12 0-16,-8 9 0 15,-3 9 0-15,0 0 1 16,3 7-1-16,7 9 0 16,14 0 0-16,9-5 0 15,11 0 0-15,0-5 0 16,27-4 0-16,20-2 1 16,8 0-1-16,10-14 0 15,-3-10 0-15,-6-4 0 16,0-4 0-16,-7-2 0 15,-7-4 0-15,-6-3 0 16,-11 1 0-16,-15 3 0 0,-7 2 0 16,-3 7 0-1,0 6 0-15,0 6 2 0,0 9-2 16,-5 2 0-16,5 5 0 16,-2 0 0-16,2 23 0 15,-2 17 0-15,2 10 0 16,0 5 0-16,0-2 0 15,0-3 0-15,0-8 0 16,2-6 0-16,2-4 0 16,-1-8 0-16,-3-5 0 15,0-8 0-15,0-5-2 16,0-6-6-16</inkml:trace>
  <inkml:trace contextRef="#ctx0" brushRef="#br0" timeOffset="19175.62">12322 6368 2030 0,'0'0'5'0,"0"0"0"0,0 0-3 16,0 0-1-16,0 0-1 16,0 0 0-16,-3-41 0 15,17 67 0-15,-3 3-3 16,-4 2-32-16</inkml:trace>
  <inkml:trace contextRef="#ctx0" brushRef="#br0" timeOffset="19485.09">12876 6280 2026 0,'0'0'8'0,"0"0"-2"16,0 0-2-16,0 0-3 16,0 0 1-16,0 0-2 15,-89 44 0-15,65 18 0 16,8 6 0-16,8 3 0 16,8-4 0-16,0 2 0 15,0-2 0-15,17-11 0 0,3-11 0 16,3-8 0-16,-2-17 0 15,6-6 0-15,2-11 0 16,0-3 0-16,7-11-2 16,-7-21-8-16,-4-11-240 15</inkml:trace>
  <inkml:trace contextRef="#ctx0" brushRef="#br0" timeOffset="19687.25">12676 6507 2025 0,'0'0'2'0,"0"0"1"15,0 0 4-15,0 0-4 16,0 0-1-16,136 22-1 16,-89-23-1-16,1-14 0 15,-2-1 0-15,-2-2 0 16,-1 0-1-16,-6-4-19 15</inkml:trace>
  <inkml:trace contextRef="#ctx0" brushRef="#br0" timeOffset="19962.64">13518 6481 2033 0,'0'0'7'0,"0"0"-5"16,0 0 1-16,0 0-1 16,0 0-2-16,0 0 0 15,60-18 0-15,-18 3 0 16,3 2 0-16,-7-1 0 15,-2 2 0-15,-10 1-3 0,-5 5-5 16,-10 0-97 0</inkml:trace>
  <inkml:trace contextRef="#ctx0" brushRef="#br0" timeOffset="20150.53">13493 6707 2028 0,'0'0'7'16,"0"0"-2"-16,0 0-2 16,0 0-2-16,0 0 0 15,139-35-1-15,-95 24 0 16,3 1 0-16,0-2 0 16,2 1 0-16,7-4-12 15</inkml:trace>
  <inkml:trace contextRef="#ctx0" brushRef="#br0" timeOffset="20594.25">14848 6090 2029 0,'0'0'7'0,"0"0"-1"16,0 0-4-16,-147-8-1 0,103 35-1 15,4 6 0-15,11 1 0 16,11 1 2-16,15-2-2 16,3-1 0-16,7-2 0 15,22-2 0-15,12-2 0 16,5-4 0-16,3-1 0 15,0-6 0-15,-2 2 0 16,-7-8 0-16,-9 4 0 16,-6-3 0-16,-10 0 0 15,-8 4 0-15,-7 0 0 16,-2 4 0-16,-27 4 0 16,-14 0 0-16,-3 0 0 0,-6 0 0 15,3-4 0 1,3-6 0-16,8-4 0 0,9-8 0 15,9 0 0-15,11 0-2 16,9-21-2-16,0-10-89 16</inkml:trace>
  <inkml:trace contextRef="#ctx0" brushRef="#br0" timeOffset="20850.16">15165 6017 2038 0,'0'0'3'16,"0"0"0"-16,0 0 0 0,0 0-3 15,0 0 0-15,0 0 0 16,34 97 0-16,-32-35 0 16,2 2 0-16,0 0 0 15,1-1 0-15,1-8 0 16,4-5 0-16,-2-9 0 15,0-9 0-15,5-8 0 16,-5-12 0-16,3-8-4 16,-4-4-37-16</inkml:trace>
  <inkml:trace contextRef="#ctx0" brushRef="#br0" timeOffset="21089.06">15267 6022 1992 0,'0'0'34'0,"0"0"-25"0,15-111-3 16,22 91-4-16,5 7-1 16,4 8-1-16,1 5 0 15,-5 5 0-15,-6 22 0 16,-11 9 1-16,-11 7-1 16,-12-2 0-16,-2 1 0 15,-5 0 0-15,-21-5 0 16,-10-1 0-16,-5-4 0 15,1-6 0-15,7-5 0 16,8-8-2-16,12-13-15 0</inkml:trace>
  <inkml:trace contextRef="#ctx0" brushRef="#br0" timeOffset="21321.09">15814 6320 2031 0,'0'0'9'0,"0"0"-7"16,0 0 0-16,0 0-1 16,0 0-1-16,0 0 0 0,139-36 0 15,-114 28 0-15,2-2 0 16,-2 3 0-16,1-5-1 15,12-5-62-15</inkml:trace>
  <inkml:trace contextRef="#ctx0" brushRef="#br0" timeOffset="21613.12">16782 5893 2029 0,'0'0'10'0,"0"0"-6"15,0 0-2-15,0 0 0 16,-135-34-2-16,92 48 0 16,3 24 0-16,5 10 0 15,6 9 0-15,10 2 0 16,11 2 0-16,8-7 0 15,0-6 0-15,18-6 0 16,15-12 0-16,18-8 0 16,9-12 0-16,12-10-3 15,8 0-24-15</inkml:trace>
  <inkml:trace contextRef="#ctx0" brushRef="#br0" timeOffset="21854.1">17275 5771 1935 0,'0'0'97'0,"0"0"-88"15,0 0-6-15,0 0-2 16,0 0-1-16,0 0 0 16,-13 104 2-16,13-43-2 15,0 6 0-15,11 2 0 16,-1 1 0-16,1-3 0 15,1-8 0-15,-3-9 0 16,2-9 0-16,-2-11 0 0,-5-12-4 16,-4-8-18-16</inkml:trace>
  <inkml:trace contextRef="#ctx0" brushRef="#br0" timeOffset="22079.11">17319 5707 2015 0,'0'0'10'0,"0"0"-2"15,143-47-3-15,-92 47-4 16,-4 13 0-16,-14 17 1 16,-14 6-2-16,-13 3 1 0,-6 2-1 15,-25 3 1-15,-23-4 0 16,-21 0-1-16,-21-4 0 15,-17-4 0-15,-13-1-1 16</inkml:trace>
  <inkml:trace contextRef="#ctx0" brushRef="#br0" timeOffset="23488.1">1990 5879 2010 0,'0'0'12'0,"0"0"-12"0,0 0 4 15,0 0 3-15,29 120-3 16,0-105-2-16,18-15 0 0,22-11 0 16,36-49-1-16,42-32 0 15,33-23-1-15,19-7 0 16,1 6 0-16,-24 16 0 16,-27 16 2-16,-35 19-2 15,-36 19 0-15,-24 21 0 16,-25 8 0-16,-19 11 0 15,-10 6 0-15,0 0 0 16,-6 6-2-16,-27 24 2 16,-17 14 0-16,-12 3-4 15,-9 0-22-15</inkml:trace>
  <inkml:trace contextRef="#ctx0" brushRef="#br0" timeOffset="23886.33">1770 6278 2025 0,'0'0'1'0,"0"0"3"16,0 0 4-16,0 0-4 15,162 50-2-15,-62-58-1 0,25-30-1 16,29-22 2 0,26-18-2-16,21-16 0 0,10-11 0 15,-5-4 0-15,-3 7 0 16,-5 3 0-16,-20 11 0 16,-20 11 0-16,-29 16 0 15,-38 12 0-15,-26 17 0 16,-26 11 0-16,-22 12 0 15,-11 4 0-15,-3 1 0 16,-3 4 0-16,2 0 0 16,-2 0 0-16,0 0 0 15,0 17 0-15,-13 3-3 16,-12 4-5-16,-8-2-150 16</inkml:trace>
  <inkml:trace contextRef="#ctx0" brushRef="#br0" timeOffset="26294.14">11551 8081 2021 0,'0'0'6'0,"0"0"-3"0,0 0 4 0,0 0-3 15,0 0-3 1,0 0 0-16,-29-12-1 0,-13 12 0 15,-8 0 1-15,-6 0-1 16,8 0 0-16,6 2 1 16,10 2-1-16,12-3 0 15,6-1 0-15,7 3 0 16,6-3 0-16,-1 0 0 16,2 2 0-16,0 8 0 15,0 4 0-15,0 10 0 16,-2 12 0-16,2 2 0 15,0 4 0-15,-3 5 2 16,3-3-2-16,-2-4 0 16,0-6 0-16,0-14 0 0,2-8 0 15,-2-8 0-15,2-1 0 16,0-3 0-16,0 0 0 16,0 0 0-16,0 0 0 15,8-23 0-15,15-4 0 16,10-4 0-16,5 5 0 15,2 8 0-15,5 6 0 16,-5 10 0-16,-1 2 0 16,-5 0 0-16,-7 22 0 15,-5 8 0-15,-7 2 0 16,-7 8 0-16,-8 0 0 16,0 2 0-16,-14-2 0 15,-13-2 0-15,-11-4 0 0,-8-4 0 16,-6-1 0-16,-8-3 0 15,2-7 0-15,0 0 0 16,10-7 0-16,5-6 0 16,9-4 0-16,12-2 0 15,5 0 0-15,8 0 0 16,2 0 0-16,7 0 0 16,0-8 0-16,7-6 0 15,24-3-3-15,5-2-20 16</inkml:trace>
  <inkml:trace contextRef="#ctx0" brushRef="#br0" timeOffset="27398.23">12209 8101 2016 0,'0'0'12'0,"0"0"-5"0,0 0-1 0,0 0-4 16,0 0 0-16,0 0-2 15,-114-42 0-15,87 42 2 16,-2 4-2-16,-5 18 0 16,-3 12 0-16,1 4 0 15,2 8 0-15,10 4 0 16,4 4 0-16,7 5 0 16,8-5 0-16,5 0 0 0,0-12 0 15,9-8 0 1,22-6 0-16,5-10 0 0,6-4 0 15,3-7 0 1,-3-7 0-16,0 0 0 0,-3 0 0 16,-6-7 0-16,-4-4 0 15,-4-4 0-15,-6 5 0 16,-5-4 0-16,-3-2-3 16,-7-2-13-16</inkml:trace>
  <inkml:trace contextRef="#ctx0" brushRef="#br0" timeOffset="27679.16">12384 8055 2030 0,'0'0'9'16,"0"0"-6"-16,0 0 0 15,0 0-1-15,0 0-2 16,0 0 0-16,0 21 0 15,2 22 0-15,0 10 0 16,-2 8 0-16,0 7 0 16,0 3 0-16,0-3 0 15,0-8 0-15,0-4 0 16,0-11 0-16,0-5 0 16,0-10 0-16,0-10 0 15,0-8 0-15,0-8 0 0,0-4-5 16,0 0-70-16</inkml:trace>
  <inkml:trace contextRef="#ctx0" brushRef="#br0" timeOffset="27974.29">12417 8053 2025 0,'0'0'10'0,"0"0"-5"16,0 0-1-16,0 0-3 15,0 0 1-15,123-88-2 16,-90 88 0-16,-2 0 0 0,-2 0 0 16,-2 11 0-16,-6 7 0 15,-11 7 0-15,-10 3 0 16,0 4 0-16,-21 2 0 16,-18 0 0-16,-7 0 0 15,-4-4 0-15,6-3 0 16,4-8 0-16,8-7 0 15,11-3 0-15,3-9 0 16,9 0 0-16,5 0 0 16,1 0-7-16</inkml:trace>
  <inkml:trace contextRef="#ctx0" brushRef="#br0" timeOffset="28327.96">13385 8193 2033 0,'0'0'6'0,"0"0"-3"0,0 0-1 0,0 0-1 0,0 0-1 15,0 0 2-15,79-34-2 16,-27 26 0-16,2-2 0 16,-4 0 0-16,-2-2 0 15,-6 0 0-15,-11 2 0 16,-4 1 0-16,-9 2 0 15,-7 2-3-15,-11 0-10 16</inkml:trace>
  <inkml:trace contextRef="#ctx0" brushRef="#br0" timeOffset="28566.59">13356 8426 2012 0,'0'0'22'15,"0"0"-17"-15,0 0-1 16,0 0 0-16,113 0-4 16,-53-6 0-16,2-13 0 15,1 1 0-15,-5 1 0 16,-7-3 0-16,-7 3 0 16,-5 4 0-16,-12 0 0 15,-8 6 0-15,-9 3 0 16,-8 1 0-16,-2 3 0 15,-5 0-8-15</inkml:trace>
  <inkml:trace contextRef="#ctx0" brushRef="#br0" timeOffset="30365.6">14966 7567 2032 0,'0'0'6'0,"0"0"-2"16,0 0-2-16,0 0-1 15,0 0-1-15,0 0 0 16,0 0 0-16,0 83 2 15,-2-26-2-15,-4 4 0 16,1-1 0-16,3-6 0 0,2-4 0 16,0-10 0-16,0-9 0 15,9-10 0-15,8-13 0 16,6-8 0-16,8 0 0 16,4-8 0-16,6-22 0 15,-3-3 0-15,-3-6 0 16,-8-1 0-16,-4-4 0 15,-8 0 0-15,-7 4 0 16,-4 10 0-16,-2 10 0 16,-2 12 0-16,0 6 0 15,0 2 0-15,0 0 0 16,0 26 0-16,0 11 0 16,-2 10 0-16,-9 2 0 0,1 5 0 15,-2-3 0-15,2-1 0 16,1-1 0-16,-2-7 0 15,6-6 0-15,1-6 0 16,1-6 0-16,3-10 0 16,0-8 0-16,12-6-4 15,16-2-44-15</inkml:trace>
  <inkml:trace contextRef="#ctx0" brushRef="#br0" timeOffset="30755.17">15566 7670 2028 0,'0'0'10'0,"0"0"-5"16,0 0-3-16,0 0 0 0,0 0-2 15,0 0 0-15,-29 36 0 16,13 11 0-16,3 3 0 16,4 1 0-16,4-1 0 15,3-1 0-15,2-3 0 16,0-7 0-16,0-3 0 15,2-13 0-15,17-7 0 16,3-10 0-16,4-6 0 16,7 0 0-16,4-22 0 15,-2-6 0-15,-4-10 0 16,-6-5 0-16,-8-4 0 16,-5-9 0-16,-12-1 0 15,0 3 0-15,-7 8 0 0,-17 8 0 16,-5 9 0-16,-2 17 0 15,-6 5 0-15,0 7 0 16,-1 0 0-16,5 18 0 16,5 10 0-16,14 4 0 15,11 2 0-15,3-2-3 16,3-4-14-16</inkml:trace>
  <inkml:trace contextRef="#ctx0" brushRef="#br0" timeOffset="31145.26">16317 7561 2033 0,'0'0'7'0,"0"0"-3"0,0 0-3 15,0 0 1-15,-152-28-2 16,110 55 0-16,6 9 0 15,8 4 0-15,7 0 0 16,17 0 0-16,4-6 0 16,2-4 0-16,34-6 0 15,6-4 0-15,9-6 0 16,3 1 0-16,-8-5 0 0,-7 1 0 16,-11 1 0-16,-12 1 0 15,-7 1 0 1,-9 0 0-16,0 3 0 0,-7 4 0 15,-26-1 0-15,-9-2 0 16,-5-2 0-16,0-3 0 16,4 0 0-16,8-7 0 15,4-4 0-15,12-2 0 16,9 0 0-16,10-10-3 16,0-16-19-16</inkml:trace>
  <inkml:trace contextRef="#ctx0" brushRef="#br0" timeOffset="31400.37">16697 7469 2033 0,'0'0'8'16,"0"0"-5"-16,0 0-2 15,0 0 1-15,0 0-2 16,0 0 0-16,-2 73 0 15,-4-27 0-15,4 2 0 16,-2 6 0-16,3 3 0 16,1-1 0-16,0-1 0 15,0-5 0-15,0-4 0 16,-2-12 0-16,0-5 0 16,2-11 0-16,0-12-9 15</inkml:trace>
  <inkml:trace contextRef="#ctx0" brushRef="#br0" timeOffset="31649.17">16691 7493 2033 0,'0'0'8'16,"-4"-107"-4"-16,19 68-2 16,21 9-2-16,13 8 0 15,6 8 0-15,6 7 0 16,-8 7 0-16,-6 0 0 15,-12 21 0-15,-14 15 0 16,-15 7 0-16,-6 0 0 0,-12 1 0 16,-24 1 0-16,-16-5 0 15,-4 0 0-15,0-7 0 16,10-3 0-16,11-13 0 16,12-15-6-16</inkml:trace>
  <inkml:trace contextRef="#ctx0" brushRef="#br0" timeOffset="31911.1">17410 7628 2033 0,'0'0'9'0,"0"0"-8"15,0 0 1 1,0 0 0-16,0 0-2 0,0 0 0 16,99 10 0-16,-55-10 0 15,-2 0 0-15,-3-5 0 16,-10 0 0-16,-5-1 0 16,0-3 0-16,3-4-2 15,2-8-42-15</inkml:trace>
  <inkml:trace contextRef="#ctx0" brushRef="#br0" timeOffset="32360.9">18128 7175 2030 0,'0'0'10'15,"0"0"-6"-15,0 0-1 16,0 0-3-16,0 0 0 15,0 0 0-15,-35 61 0 16,23-9 0-16,6 2 0 16,6 3 0-16,0-3 0 15,0-4 0-15,10-7 0 16,6-10 0-16,7-8 0 16,-1-13 0-16,7-9 0 15,2-3 0-15,4 0 0 0,2-22 0 16,-2-12-2-16,-1-10 1 15,-1-9 1-15,-6-12 0 16,-2-7 0-16,-10 4 0 16,-9 14 1-16,-6 19 1 15,0 17-2-15,0 17 0 16,0 1 0-16,0 14 0 16,-11 26 0-16,-5 16 0 15,-2 10 0-15,5-2 0 16,2 2 0-16,0-3 0 15,-2-7 0-15,2-4 0 16,2-8 0-16,-1-8 0 0,8-10 0 16,2-12 0-1,0-11-5-15</inkml:trace>
  <inkml:trace contextRef="#ctx0" brushRef="#br0" timeOffset="32749.81">18758 7144 2035 0,'0'0'6'0,"0"0"-2"0,0 0-2 0,0 0-2 16,0 0 0-16,0 0 0 16,-106 87 0-16,86-35 0 15,9 0 0-15,4-1 0 16,4 2 0-16,3-9 0 0,0-5 0 15,12-14 0-15,10-5 0 16,6-12 0-16,7-8 0 16,5 0 0-16,4-9 0 15,-2-18 0-15,1-6 0 16,-6-7 0-16,-8-7 0 16,-13-5 0-16,-11-2 0 15,-5-2 0-15,-9 6 0 16,-22 7 0-16,-6 15 0 15,-2 14 0-15,-5 12 0 0,-2 2 0 16,4 11 0 0,7 15 0-16,10 5 0 0,7 3-2 15,9-1-4-15,3-7-553 16</inkml:trace>
  <inkml:trace contextRef="#ctx0" brushRef="#br0" timeOffset="33073.41">19479 6976 2029 0,'0'0'11'0,"0"0"-7"0,0 0-1 0,0 0-3 15,0 0 0-15,0 0 0 16,-60-36 0-16,28 74 0 16,-1 14 0-16,4 15 0 15,9 3 0-15,7 1 0 16,9-6 0-16,4-11 0 16,0-12 0-16,25-10 0 15,6-6 0-15,10-11 0 16,-1-6 0-16,4-7 0 15,3-2-3-15,-7 0-17 16</inkml:trace>
  <inkml:trace contextRef="#ctx0" brushRef="#br0" timeOffset="33306.48">19851 6920 2035 0,'0'0'8'16,"0"0"-6"-16,0 0 0 15,0 0-2-15,0 0 0 16,0 0 0-16,-56 74 0 16,47-15 0-16,7 6 0 15,2 8 0-15,0 1 0 16,0-3 0-16,0-6 0 0,0-9 0 16,0-10 0-16,2-10 0 15,0-8 0-15,-2-9-2 16,0-13-10-16</inkml:trace>
  <inkml:trace contextRef="#ctx0" brushRef="#br0" timeOffset="33574.66">19806 6990 2017 0,'0'0'16'0,"60"-110"-9"16,-15 68-4-16,-1 7-1 15,-2 10-2-15,-1 4 2 0,-6 11-2 16,-6 8 0 0,-4 2 0-16,-10 12 0 0,-8 23 0 15,-7 9 0-15,-9 8 0 16,-31 0 0-16,-18 2 0 16,-6-8 0-16,-5-6 0 15,3-7 0-15,14-10 0 16,6-6 0-16,12-16 0 15,13-1 0-15,1-7-33 16</inkml:trace>
  <inkml:trace contextRef="#ctx0" brushRef="#br0" timeOffset="35907.17">11833 9705 2013 0,'0'0'11'0,"0"0"-5"0,0 0-1 0,0 0-1 16,0 0-2-16,0 0-2 16,0 0 1-16,-33 63 0 15,22-16 0-15,1 14 0 16,-2 1-1-16,5-1 0 16,5-6 2-16,2-9-2 15,0-6 0-15,0-9 0 16,13-12 0-16,14-13 0 15,11-6 0-15,9-18 0 0,7-22 0 16,0-11 0 0,-4-8 0-16,-8-1 0 0,-13 1 0 15,-13 6 0-15,-10 9 0 16,-6 11 0-16,0 16 0 16,0 6 0-16,0 9 0 15,0 2 0-15,0 0 0 16,0 8 0-16,0 24 0 15,0 12 0-15,0 13 0 16,0 3 0-16,0 2 0 16,0 0 0-16,0-4 0 15,-4-2 0-15,-7-7 0 16,0-10 0-16,6-4 0 16,3-12 0-16,2-10-2 15,0-13-15-15</inkml:trace>
  <inkml:trace contextRef="#ctx0" brushRef="#br0" timeOffset="36276.4">12482 9707 2028 0,'0'0'8'0,"0"0"-2"0,0 0-4 15,0 0-1-15,0 0-1 16,0 0 0-16,-76 67 0 15,60-29 0-15,6-3 2 16,3 5-2-16,7-1 0 0,0-8 0 16,23-4 0-16,14-5 0 15,12-8 0-15,4 0 0 16,-3-2 0-16,-10-1 0 16,-11 2 0-16,-11 1 0 15,-9 1 0-15,-9 0 0 16,0 5 0-16,0 0 0 15,-32 2 0-15,-5 2 0 16,-6-6 0-16,1-2 0 16,4-3 0-16,7-7 0 15,2-1 0-15,6-5 0 16,11 0 0-16,6 0 0 16,6-14-2-16,0-13-17 0</inkml:trace>
  <inkml:trace contextRef="#ctx0" brushRef="#br0" timeOffset="36598.86">12417 9721 2004 0,'0'0'29'0,"0"0"-24"16,0 0-1-16,0 0-2 15,0 0-1-15,0 0 1 0,47-20-2 16,20 4 0 0,12-1 0-16,-2-4 0 0,-8 0 0 15,-11 6 0-15,-11 1 0 16,-11 4 0-16,-14 2 0 16,-11 3 0-16,-9 0 0 15,-2 3 0-15,0 2 0 16,0 0 0-16,-13 0 0 15,-18 2 0-15,-5 16 0 16,0 2 0-16,5 4-2 16,6-6-12-16</inkml:trace>
  <inkml:trace contextRef="#ctx0" brushRef="#br0" timeOffset="36938.1">13402 9651 2011 0,'0'0'24'16,"0"0"-18"-16,0 0-3 15,0 0-2-15,0 0 1 16,-135-54-2-16,95 54 0 15,-1 16 0-15,3 14 0 16,3 12 0-16,8 10 0 0,9 8 0 16,9 11 0-16,7-5 0 15,2-4 0-15,0-12 0 16,25-12 0-16,10-8 0 16,9-12 0-16,8-12 0 15,2-6 0-15,1 0 0 16,-6-7-3-16,-2-18-31 15</inkml:trace>
  <inkml:trace contextRef="#ctx0" brushRef="#br0" timeOffset="37176.26">13680 9541 2027 0,'0'0'13'15,"0"0"-9"-15,0 0-3 0,0 0 1 16,0 0-2-16,0 0 0 15,-8-6 0-15,6 52 0 16,2 5 0-16,0 6 0 16,0 3 0-16,0 3 0 15,0 1 0-15,0-2 0 16,0-4 0-16,0-10 0 16,0-10 0-16,0-10 0 15,-5-7 0-15,-1-14-3 16,1-7-34-16</inkml:trace>
  <inkml:trace contextRef="#ctx0" brushRef="#br0" timeOffset="37415.62">13639 9575 2027 0,'0'0'10'16,"0"0"-5"-16,-7-129-3 15,36 100-1-15,9 5 1 16,4 7-2-16,1 8 0 15,-1 6 0-15,-9 3 0 16,-4 14 0-16,-9 21 0 16,-11 6 0-16,-9 12 0 15,-6-1 0-15,-28 0 0 16,-9-1 0-16,-1-4 0 16,4-3 0-16,9-5 0 15,11-12 0-15,9-13-7 0</inkml:trace>
  <inkml:trace contextRef="#ctx0" brushRef="#br0" timeOffset="37677.81">14478 9551 2036 0,'0'0'7'0,"0"0"-7"16,0 0 2-16,0 0 0 15,0 0-2-15,116-4 0 16,-76-8 0-16,-1 1 0 16,-2-5 0-16,-5 7 0 15,-5-2 0-15,-8 2-4 16,-5 1-50-16</inkml:trace>
  <inkml:trace contextRef="#ctx0" brushRef="#br0" timeOffset="37865.35">14450 9783 2023 0,'0'0'10'0,"0"0"-4"16,0 0-1-16,0 0-4 0,0 0 1 15,167-41-2-15,-114 24 0 16,-2 4 0-16,-1-2 0 16,-4 0 0-16,3 1 0 15,3-9-7-15</inkml:trace>
  <inkml:trace contextRef="#ctx0" brushRef="#br0" timeOffset="38316.06">15473 9184 2025 0,'0'0'13'0,"0"0"-8"16,0 0-3-16,0 0-2 16,0 0 2-16,0 0-2 15,-35 115 0-15,31-65 0 16,2 1 0-16,2 6 0 15,0-6 0-15,0-6 0 16,0-10 0-16,16-12 0 16,3-9 0-16,8-13 0 15,4-1 0-15,3-8 0 16,1-22 0-16,2-7 0 16,-6-7 0-16,-7-6 0 15,-6-8 0-15,-5-1 0 0,-8 6 0 16,-3 9 0-16,-2 14 0 15,0 17 0-15,0 9 0 16,0 4 0-16,0 0 0 16,0 28 0-16,0 14 0 15,-7 10 0-15,-4 2 0 16,2 2 0-16,1-2 0 16,-2-1 0-16,6-9 0 15,1-4 0-15,3-10 0 16,0-5 0-16,0-14-2 15,0-7-26-15</inkml:trace>
  <inkml:trace contextRef="#ctx0" brushRef="#br0" timeOffset="38685.23">16016 9180 1644 0,'0'0'391'0,"0"0"-386"0,0 0-1 0,0 0-3 15,0 0 1-15,0 0-2 16,-71-4 0-16,55 46 0 16,7 4 0-16,5 4 0 15,1 0 0-15,3 0 0 16,0-3 0-16,9-7 0 16,12-9 0-16,3-8 0 15,5-13 0-15,-1-10 0 16,4 0 0-16,2-16 0 0,4-16 0 15,-7-9 0-15,-7-4 0 16,-11-8 0-16,-13-5 0 16,0-2 0-16,-8 1 0 15,-19 9 0-15,-4 17 0 16,-5 11 0-16,1 18 0 16,-2 4 0-16,5 9 0 15,6 18 0-15,9 5 0 16,8-2-2-16,4-2-6 15</inkml:trace>
  <inkml:trace contextRef="#ctx0" brushRef="#br0" timeOffset="39099.76">16729 8889 1100 0,'0'0'933'16,"0"0"-925"-16,0 0-5 16,0 0-2-16,0 0 1 15,-140-14-2-15,104 54 0 16,9 2 0-16,11 4 0 16,10-3 0-16,6-6 0 15,0-4 0-15,25-5 0 16,10-6 0-16,5-6 0 15,5-2 0-15,-1-6 0 0,-6 0 0 16,-5-2 0-16,-8-2 0 16,-9 2 0-16,-8 2 0 15,-8 5 0-15,0 0 0 16,-10 3 0-16,-26 2 0 16,-5-2 0-16,-3 0 0 15,1-4 0-15,8-2 0 16,-1-4 0-16,9-4 0 15,8-2 0-15,5 0 0 16,10 0 0-16,4-7-3 0,0-12-34 16</inkml:trace>
  <inkml:trace contextRef="#ctx0" brushRef="#br0" timeOffset="39357.87">17065 8755 2033 0,'0'0'8'16,"0"0"-5"-16,0 0-2 15,0 0 1-15,0 0-2 16,0 0 0-16,14 106 0 16,-10-49 0-16,-2 0 0 0,1 6 0 15,-1-4 0 1,-2-5 0-16,0-5 0 0,0-11 0 15,2-6 0-15,2-6 0 16,-2-6 0-16,1-12 0 16,-1-8-4-16,-2 0-55 15</inkml:trace>
  <inkml:trace contextRef="#ctx0" brushRef="#br0" timeOffset="39589.39">17065 8678 2038 0,'0'0'5'16,"0"0"-3"-16,0 0 0 0,118-91-2 15,-68 88 0-15,-4 3 0 16,-3 0 0-16,-8 17 0 16,-6 10 0-16,-11 12 0 15,-18 2 0-15,0 6 0 16,-40 3 0-16,-25-2 0 15,-15 0 0-15,-18 0 0 16,-12-12 0-16,-3-9-9 16</inkml:trace>
  <inkml:trace contextRef="#ctx0" brushRef="#br1" timeOffset="44024.02">13422 11111 2018 0,'0'0'11'0,"0"0"-3"0,0 0-2 0,0 0-5 16,0 0 0-16,0 0-1 15,-116-63 0-15,74 63 2 16,-9 28-2-16,-5 14 0 16,3 9 0-16,6 9 0 15,14 7 0-15,12 1 0 16,15-2 0-16,6-6 0 15,6-6 0-15,28-14 0 16,11-14 0-16,8-10 0 16,8-11 0-16,-2-5 0 0,-1 0 0 15,-7-21 0 1,-9 0 0-16,-5-6 0 0,-6-1-2 16,-12-6-10-16</inkml:trace>
  <inkml:trace contextRef="#ctx0" brushRef="#br1" timeOffset="44279.52">13730 11003 2020 0,'0'0'9'0,"0"0"-4"15,0 0 0-15,0 0-2 16,0 0-3-16,0 0 2 0,-18 129-1 15,18-72-1 1,0 1 2-16,0-2-2 0,0-2 0 16,0-3 0-16,0-3 0 15,0-7 0-15,0-1 0 16,0-11 0-16,0-6 0 16,0-15-3-16,-6-8-16 15</inkml:trace>
  <inkml:trace contextRef="#ctx0" brushRef="#br1" timeOffset="44543.6">13699 11026 2014 0,'0'0'12'16,"0"0"-5"-16,0 0-1 0,62-118-3 15,-26 103-2-15,1 4 0 16,0 11-1-16,-6 0 1 15,-7 17-1-15,-4 16 0 16,-11 7 0-16,-9 5 2 16,0-1-2-16,-18-2 0 15,-13-2 0-15,-10-4 0 16,-1-3 0-16,5-8 0 16,4-5 0-16,6-6 0 15,4-6-5-15,3-6-332 16</inkml:trace>
  <inkml:trace contextRef="#ctx0" brushRef="#br1" timeOffset="44925.39">12413 12247 1860 0,'0'0'180'0,"0"0"-179"16,0 0-1-16,0 0 3 16,0 0 0-16,162 44-3 0,-10-73 0 15,40-13 0-15,17-9 0 16,17-3 0-16,-4 4 0 15,-22 6 0-15,-30 10 0 16,-39 9 0-16,-44 4 0 16,-31 6 0-16,-25 10 0 15,-20 3 0-15,-9 2 0 16,-2 0 0-16,0 0 0 16,-33 7 0-16,-11 16 0 15,-14 7 0-15,-9 3-2 16,-11-2-12-16</inkml:trace>
  <inkml:trace contextRef="#ctx0" brushRef="#br1" timeOffset="45353.32">13258 12471 2032 0,'0'0'8'15,"0"0"-8"-15,0 0 2 0,0 0 0 16,-125 12-1 0,96 16-1-16,2 2 0 0,9 0 2 15,14-2-2-15,4-6 0 16,13-4 0-16,30-4 0 15,17-3 0-15,7-4 0 16,-5 1 0-16,-11 0 0 16,-15 4 0-16,-11 0 0 15,-12 2 0-15,-9 2 0 16,-4 4 0-16,0 6 0 16,-27-2 0-16,-6 1 0 15,-3-5 0-15,3-7 0 16,-3-3 0-16,7-3 0 15,3-3 0-15,3 0 0 0,8-2 0 16,5-1 0-16,10-1 0 16,0 0-7-16</inkml:trace>
  <inkml:trace contextRef="#ctx0" brushRef="#br1" timeOffset="45604.21">13659 12489 2038 0,'0'0'5'16,"0"0"-4"-16,0 0 0 15,0 0 1-15,0 0-2 16,0 0 0-16,11 104 0 0,-3-54 0 16,-1 4 0-16,-4 1 0 15,-3-8 0-15,0-5 0 16,0-7 0-16,0-8 0 15,2-2 0-15,0-3 0 16,0-4 0-16,1-8-2 16,-3-8-17-16</inkml:trace>
  <inkml:trace contextRef="#ctx0" brushRef="#br1" timeOffset="45861.17">13703 12440 2029 0,'0'0'7'0,"0"0"-2"0,0 0-2 16,102-118-2-16,-65 104 1 15,0 10-2-15,-1 4 0 16,-5 4 0-16,-6 27 0 16,-8 4 0-16,-10 9 0 15,-7-1 0-15,0-3 0 16,-20-2 0-16,-9-5 0 15,-2-2 0-15,0-6 0 16,-3-2 0-16,3-8 0 16,0-6 0-16,2-9-3 15,2 0-57-15</inkml:trace>
  <inkml:trace contextRef="#ctx0" brushRef="#br1" timeOffset="46170.98">14715 11640 2041 0,'0'0'3'0,"0"0"-2"0,0 0 1 16,0 0-2-16,0 0 0 16,0 0 0-16,127-74 0 15,-83 54 0-15,-6 0 0 16,-4 4 0-16,-10 3 0 16,-11 9 0-16,-6 4-2 15,-7 0-5-15,0 0-368 16</inkml:trace>
  <inkml:trace contextRef="#ctx0" brushRef="#br1" timeOffset="46342.04">14717 11899 2008 0,'0'0'24'16,"0"0"-19"-16,0 0 1 0,0 0-4 15,116-8-2-15,-70-14 2 16,-1-2-2-16,-5 0 0 15,-4-3 0-15,-3 4-2 16,-5-8 0-16,0 3-279 16</inkml:trace>
  <inkml:trace contextRef="#ctx0" brushRef="#br1" timeOffset="46814.1">15652 10953 2028 0,'0'0'11'0,"0"0"-7"16,0 0-2-16,0 0 0 15,0 0-2-15,6 104 0 16,0-43 0-16,-2 2 0 15,3-3 0-15,2-5 0 16,0-14 0-16,4-6 0 16,5-13 0-16,2-13 0 15,4-9 0-15,3 0 0 0,2-11 0 16,0-19 0-16,-2-7 0 16,-2-7 0-16,-8-4 0 15,-6-10 0-15,-5 1 0 16,-6 4 0-16,0 14 0 15,0 20 0-15,0 11 0 16,0 8 0-16,0 0 0 16,0 26 0-16,0 13 0 15,0 12 0-15,-3 5 0 16,-4 2 0-16,-2 0 0 16,2-3 0-16,-1-5 0 15,3-6 0-15,0-4 0 16,5-10 0-16,0-10-3 15,0-9-617-15</inkml:trace>
  <inkml:trace contextRef="#ctx0" brushRef="#br1" timeOffset="47174.06">16244 10953 2025 0,'0'0'10'0,"0"0"-3"0,0 0-4 0,0 0-1 16,0 0-2-16,0 0 0 16,-79 73 0-16,75-24 0 15,4 1 0-15,0 0 0 16,13-6 0-16,11-7 0 0,3-12 0 16,7-9 0-1,3-12 0-15,4-4 0 0,-3 0 0 16,-3-18 0-16,-6-14 0 15,-6-5 0-15,-10-12 0 16,-11-1 0-16,-2-6 0 16,-7-2 0-16,-22 6 0 15,-8 7 0-15,-10 15 0 16,-9 22 0-16,-1 8 0 16,-1 27 0-16,15 19 0 15,11 8 0-15,13 4-6 16,3-2-356-16</inkml:trace>
  <inkml:trace contextRef="#ctx0" brushRef="#br1" timeOffset="47520.99">15401 11941 2041 0,'0'0'3'0,"0"0"-2"15,0 0 1-15,0 0-2 0,0 0 0 16,170-66 0 0,-57 28 0-16,5-1 0 0,9-5 0 15,-3 2 0-15,-3 2 0 16,-7 1 0-16,-19 3 0 15,-14 9 0-15,-14 1 0 16,-25 10 0-16,-18 8 0 16,-20 6 0-16,-4 2 0 15,-1 0 0-15,-33 26 0 16,-17 8 0-16,-16 6 0 16,-17 0-11-16</inkml:trace>
  <inkml:trace contextRef="#ctx0" brushRef="#br1" timeOffset="47962.07">15814 12062 2043 0,'0'0'2'0,"0"0"-2"16,0 0 0-16,0 135 2 16,0-80-2-16,0-1 0 15,0-6 0-15,0-8 0 16,0-7 0-16,6-10 0 16,13-11 0-16,8-10 0 0,2-2 0 15,7-6 0-15,0-19 0 16,-5-8 0-16,-2-7 0 15,-7-2 0-15,-6-2 0 16,-5 4 0-16,-5 9 0 16,-6 15 0-16,3 11 0 15,-3 5 0-15,0 0 0 16,0 21 0-16,-11 17 0 16,-7 12 0-16,-2 3 0 15,6-1 0-15,3-2 0 16,7-2 0-16,2-1 0 0,2-5 0 15,0-9 0-15,0-4 0 16,0-15-26-16</inkml:trace>
  <inkml:trace contextRef="#ctx0" brushRef="#br1" timeOffset="48322.13">16361 12009 2040 0,'0'0'3'16,"0"0"-1"-16,0 0 0 15,0 0-2-15,0 0 0 16,0 0 0-16,-82 117 0 0,76-84 0 16,6-1 0-16,0-3 0 15,8-5 0-15,20-2 0 16,7-4 0-16,4-2 0 15,-1 0 0-15,-5 1 0 16,-4-4 0-16,-4 3 0 16,-4-1 0-16,-11-2 0 15,-3 1 0-15,-7-2 0 16,0 5 0-16,-2-2 0 16,-27 1 0-16,-9 3 0 15,-4-5 0-15,-3-4 0 16,5-9 0-16,-1-1 0 15,7-1-2-15,-1-29-6 0</inkml:trace>
  <inkml:trace contextRef="#ctx0" brushRef="#br1" timeOffset="48494.36">16315 11991 2031 0,'0'0'7'0,"0"0"-5"15,0 0 2-15,133-60-3 16,-88 43-1-16,-3-6 0 16,-2-4 0-16,-7-4-1 15,-6-4 0-15,-2-12-32 16</inkml:trace>
  <inkml:trace contextRef="#ctx0" brushRef="#br1" timeOffset="48728.86">16616 10445 2026 0,'0'0'7'0,"0"0"-1"16,0 0-2-16,0 0-3 15,-133 90 0-15,89-13-1 16,-3 11 2-16,3 11-2 0,-3 5 0 15,-10 10 0-15,-22 6 0 16,-1 7 0-16,0 6 0 16,1-8-4-16</inkml:trace>
  <inkml:trace contextRef="#ctx0" brushRef="#br1" timeOffset="48989.34">16662 11753 2045 0,'0'0'0'0,"0"0"0"15,-183 186 2-15,87-78-2 16,-12 18 0-16,-4 5 0 15,10-11 0-15,19-10 0 16,18-16 0-16,12-11 0 16,11-16 0-16,6-22-3 15,8-22-112-15</inkml:trace>
  <inkml:trace contextRef="#ctx0" brushRef="#br1" timeOffset="49312.03">17264 10997 2018 0,'0'0'17'16,"0"0"-12"-16,0 0-1 16,0 0-3-16,0 0 1 15,0 0-2-15,-41-25 0 16,41 20 0-16,21-5 0 0,14-1 0 16,8 2 0-16,-5 0 0 15,-12 6 0-15,-8 3 0 16,-12 0-4-16,-6 1-13 15</inkml:trace>
  <inkml:trace contextRef="#ctx0" brushRef="#br1" timeOffset="49485.34">17072 11301 2002 0,'0'0'24'0,"0"0"-16"15,0 0 0-15,0 0-5 16,0 0-1-16,116-9-2 0,-60-10 0 15,-1 2 0-15,1-2 0 16,-5 1 0-16,-6 0 0 16,-5-2 0-16,-1 1-18 15</inkml:trace>
  <inkml:trace contextRef="#ctx0" brushRef="#br1" timeOffset="50352.31">18734 10462 2012 0,'0'0'14'0,"0"0"-7"0,0 0-1 0,0 0-2 15,0 0-3-15,0 0 0 16,0 0-1 0,-144-17 0-16,106 3 2 0,4-5-2 15,14-8 0-15,16-5 0 16,4-8 0-16,17-2 0 16,30 0 0-16,4 7 0 15,5 8 0-15,-2 10 0 16,-5 4 0-16,-7 7 0 15,-7 3 0-15,-8 3 0 16,-8 3 0-16,-11 26 0 16,-8 15 0-16,-2 14 0 15,-27 9 0-15,-9 1 0 16,-2 0 0-16,4-5 0 16,1-5 0-16,3-7 0 0,10-4 0 15,9-11 0-15,10-7 0 16,3-12 0-16,12-7 0 15,25-8 0-15,13-2 0 16,8 0 0-16,-2-14 0 16,-6 0 0-16,-9-2 0 15,-13 0 0-15,-12 1 0 16,-9 0 0-16,-7 1 0 16,-7-4 0-16,-26-1 0 15,-15 8 0-15,-6-2 0 16,-4 7 0-16,-1 6 0 15,6 0 0-15,6 5 0 0,9 15 0 16,9 5 0-16,12 4-3 16,5-2-223-16</inkml:trace>
  <inkml:trace contextRef="#ctx0" brushRef="#br1" timeOffset="50682.35">18135 11300 2043 0,'0'0'2'0,"0"0"0"0,0 0-2 0,185-82 0 16,-58 46 0-16,24 1 0 15,12 2 0-15,0-3 0 16,-15 11 0-16,-20 0 0 16,-26 5 0-16,-26 6 0 15,-27 4 0-15,-24 4 0 16,-19 6 0-16,-6 0 0 16,0 0 0-16,-20 0 0 15,-22 3 0-15,-17 15 0 16,-2 4-2-16,-6 0-8 15</inkml:trace>
  <inkml:trace contextRef="#ctx0" brushRef="#br1" timeOffset="51155.09">19115 11447 1900 0,'0'0'140'15,"0"0"-137"-15,0 0-1 0,-145-50 0 16,99 50-2 0,-3 15 0-16,1 17 0 0,3 8 0 15,13 2 0-15,8 0 0 16,14-4 0-16,10-10 0 15,0-6 0-15,29-7 0 16,13-12 0-16,10-3 0 16,2 0 0-16,-2-21 0 15,-6-8 0-15,-7-2 0 16,-5-8 0-16,-10 3 0 16,-3-4 0-16,-8 6 0 15,-5 8 0-15,0 5 0 16,-6 11 0-16,-2 9 0 15,0 1 0-15,0 1 0 0,0 40 0 16,0 24 0-16,0 25 0 16,0 8 0-16,0 8 0 15,0-6 0-15,-12-6 0 16,1-7 0-16,-6-9 0 16,-3-6 0-16,-11-6-17 15</inkml:trace>
  <inkml:trace contextRef="#ctx0" brushRef="#br1" timeOffset="52686.07">4170 13971 2031 0,'0'0'5'0,"0"0"-2"16,0 0 0-16,0 0-1 15,0 0-1-15,-145 13-1 16,107 40 0-16,1 7 2 16,8 4-2-16,10 2 0 0,7-4 0 15,10-4 0-15,2-6 0 16,2-8 0-16,21-7 0 16,12-11 0-16,6-16 0 15,12-10 0-15,17 0 0 16,1-30-2-16,2-13-6 15</inkml:trace>
  <inkml:trace contextRef="#ctx0" brushRef="#br1" timeOffset="52920.53">4468 13824 2029 0,'0'0'7'16,"0"0"-1"-16,0 0-4 15,0 0-2-15,0 0 1 0,4 130 1 16,10-63-2-16,-1-1 0 16,1 0 0-16,-4-5 0 15,3-9 0-15,-1-3 0 16,-5-9 0-16,-3-4 0 16,-4-5 0-16,0-7 0 15,-4-12-4-15,-15-11-148 16</inkml:trace>
  <inkml:trace contextRef="#ctx0" brushRef="#br1" timeOffset="53152.14">4484 13789 2007 0,'0'0'17'16,"0"0"-7"-16,102-120-4 15,-53 106-3-15,2 12-2 16,-4 2 0-16,-9 15-1 15,-11 11 0-15,-17 7 0 16,-10 8 2-16,0 5-2 16,-26 4 0-16,-10 0 0 15,-4-2 0-15,5-2 0 16,8-7 0-16,16-12 0 16,11-17-3-16,0-10-74 15</inkml:trace>
  <inkml:trace contextRef="#ctx0" brushRef="#br1" timeOffset="53655.34">5141 13874 2031 0,'0'0'6'16,"0"0"-4"-16,0 0 1 15,0 0-1-15,0 0-1 16,0 0 1-16,100 3-2 16,-31-33 0-16,5 1 0 0,-3-3 0 15,-3-2 0 1,-7 2 0-16,-13-2 0 0,-11-5 0 16,-11 1 0-16,-15-6 0 15,-11 2 0-15,0 0 0 16,-35 8 0-16,-14 12 0 15,-7 13 0-15,0 9 0 16,7 0 0-16,14 17 0 16,11-1 0-16,14 0 0 15,10-2 0-15,10-2 0 16,32-4 0-16,18-4 0 16,7-4 0-16,-3 0 0 15,-8 0 0-15,-10 6 0 16,-7 6 0-16,-10 6 0 15,-7 7 0-15,-11 4 0 0,-6 7 0 16,-5 3 0-16,0 1 0 16,-19 5 0-16,-5 2 0 15,-4 3 0-15,-1-4 0 16,4-3 0-16,5-10 0 16,9-12 0-16,4-16-13 15</inkml:trace>
  <inkml:trace contextRef="#ctx0" brushRef="#br1" timeOffset="54201.1">6446 13006 2022 0,'0'0'12'0,"0"0"-5"0,0 0-4 0,-125-15-2 16,83 32 1-16,5 15-2 16,1 11 0-16,11 7 0 15,9 10 0-15,16 0 0 16,0-4 0-16,34-13 0 16,15-6 0-16,9-12 0 15,4-8 0-15,-2 1 0 16,-6-1 0-16,-10 4 0 15,-9 3 0-15,-7 0 0 16,-12 2 0-16,-12 4 0 0,-4 5 0 16,-12 1 0-16,-24 1 0 15,-16 3 0-15,-4-7 0 16,0-8 0-16,7-10 0 16,11-15 0-16,12 0 0 15,15-18 0-15,11-24 0 16,0-14 0-16,22-17 0 15,16-9 0-15,0-6 0 16,-3 0 0-16,-8 3 0 16,-9 12 0-16,-13 7 0 0,-5 16 0 15,-10 11 0 1,-23 7 0-16,-7 12 0 0,-9 10 0 16,0 10 0-16,-7 4 0 15,-4 28 0-15,-3 16 0 16,5 14 0-16,12 16 0 15,3 13-3-15,6 1-35 16</inkml:trace>
  <inkml:trace contextRef="#ctx0" brushRef="#br1" timeOffset="54726.12">4733 15291 2012 0,'0'0'13'0,"0"0"-9"16,0 0 3-16,-129-29-1 0,104 29-5 15,1 0 0-15,-3 0 0 16,-2 28-1-16,2 16 2 16,5 8-2-16,11 2 0 15,11-10 0-15,2-7 0 16,36-20 0-16,15-11 0 15,14-6 0-15,7 0 0 16,-3-14 0-16,-11 5 0 16,-15 4 0-16,-16 5 0 15,-14 0 0-15,-10 22 0 16,-5 5 0-16,0 6 0 16,-23 6 0-16,-16 1 0 15,-2-8 0-15,-4-6 0 16,1-5 0-16,2-6 0 0,-1-7 0 15,6-2 0 1,8-2 0-16,10-4 0 0,17 0-3 16,2-18-25-16</inkml:trace>
  <inkml:trace contextRef="#ctx0" brushRef="#br1" timeOffset="54960.39">5107 15043 2038 0,'0'0'5'16,"0"0"-4"-16,0 0 0 0,0 0 1 15,0 0-2-15,0 0 0 16,38 156 0-16,-13-79 0 16,-7 3 0-16,-5 0 0 15,-5-4 0-15,-3-4 0 16,0-5 0-16,-1-14 0 15,5-12 0-15,0-15 0 16,-5-16-5-16</inkml:trace>
  <inkml:trace contextRef="#ctx0" brushRef="#br1" timeOffset="55207.19">5099 15058 2033 0,'0'0'7'0,"-12"-117"-4"0,16 71-1 16,27 8 0-16,10 5-2 16,1 16 0-16,3 4 0 15,-5 13 0-15,-7 0 0 16,-1 35 0-16,-12 4 0 16,-11 9 0-16,-9 7 0 15,0 1 0-15,-21 0 0 16,-8-3 0-16,0-7 0 15,5-6 0-15,2-14-2 16,1-8-11-16</inkml:trace>
  <inkml:trace contextRef="#ctx0" brushRef="#br1" timeOffset="55723.39">5737 15137 1990 0,'0'0'48'15,"0"0"-44"-15,0 0-2 16,0 0 1-16,0 0-3 16,0 0 0-16,141-72 0 15,-66 36 0-15,4-4 0 16,4 0 0-16,-10 2 0 0,-13 6 0 15,-16 5 0 1,-13 5 0-16,-12 7 0 0,-9-2 0 16,-10 8 0-16,0-3 0 15,-6 1 0-15,-25 3 0 16,-9 2 0-16,-7 2 0 16,3-1 0-16,2 2 0 15,13 2 0-15,12 1 0 16,11-3 0-16,6-3 0 15,4-3 0-15,30-4 0 16,13 1 0-16,3 6 0 16,0 6 0-16,-4 0 0 0,-5 0 0 15,-6 22 0 1,-8 0 0-16,-7 6 0 0,-4 4 0 16,-12 7 0-16,-4 5 0 15,0 1 0-15,-11 1 0 16,-11-2 0-16,-1-2 0 15,-4-7 0-15,4-5 0 16,2-3 0-16,3-10-2 16,12-17-26-16</inkml:trace>
  <inkml:trace contextRef="#ctx0" brushRef="#br1" timeOffset="56243.25">7006 14341 2035 0,'0'0'6'0,"0"0"-2"0,0 0-2 16,0 0-2-16,-132-39 0 15,96 52 0-15,3 9 0 16,4 5 0-16,6 0 0 15,10 0 0-15,9-4 0 16,4-2 0-16,0-6 0 16,7-3 0-16,17-8 0 15,5-4 0-15,3 0 0 0,-1-4 0 16,-4-13 0-16,-6-2 0 16,-3 2 0-16,-8-4 0 15,1 2 0-15,-5-4 0 16,-4 5 0-16,3 4 0 15,-5 10 0-15,0 0 0 16,2 4 0-16,-2 0 0 16,4 0 0-16,6 26 0 15,1 11 0-15,4 8 0 16,5 4 0-16,-2 1 0 16,0-1 0-16,-2-5 0 15,-6-5 0-15,-7 1 0 16,-3 0 0-16,0 5 0 15,-18 5 0-15,-20 2 0 16,-19 3 0-16,-20-5 0 0,-12-11 0 16,-2-11 0-16,4-12 0 15,11-16-35-15</inkml:trace>
  <inkml:trace contextRef="#ctx0" brushRef="#br1" timeOffset="57494.15">7181 13196 2012 0,'0'0'6'0,"0"0"0"15,0 0 3-15,0 0-2 16,0 0-4-16,0 0-2 16,0 0 0-16,-64-10-1 0,64 10 0 15,3-2 2 1,39 2-2-16,18-1 0 0,18-2 0 16,11 3 0-16,-2 0 0 15,0 31 0-15,-3 11 0 16,-4 7 0-16,-11 4 0 15,-9-5 0-15,-12-6 0 16,-13-6 0-16,-8-6 0 16,-4-8 0-16,-8-6 0 15,-7-6 0-15,-3-4 0 16,-2-2 0-16,-3 0 0 16,0 0 0-16,0 2 0 15,0 7 0-15,-16 2 0 16,-7 6 0-16,-4 0 0 15,-2 10 0-15,-6 11 0 0,-5 12 0 16,-4 13 0-16,-6 10 0 16,3 3 0-16,1 0 0 15,2-3 0-15,3-13 0 16,9-10 0-16,10-17 0 16,9-10 0-16,5-12 0 15,6-8 0-15,2-4 0 16,0-3 0-16,0 0 0 15,0 0 0-15,0 0 0 16,0 0 0-16,0-7 0 16,0-5 0-16,4 0 0 15,7-10-2-15,3-4-8 0</inkml:trace>
  <inkml:trace contextRef="#ctx0" brushRef="#br1" timeOffset="58694.24">8614 13230 2017 0,'0'0'6'0,"0"0"-5"16,0 0 2-16,0 0 4 15,0 0-2-15,0 0-2 16,36 17-2-16,-27-17 0 15,2-7 0-15,0-15-1 16,0-10 0-16,5-6 0 16,-5-2 0-16,1-4 0 15,-4 4 0-15,-4 5 0 0,-1 4 2 16,-3 9-2-16,0 8 0 16,0 6 0-16,0 6 0 15,0 2 0-15,0 0 0 16,0 24 0-16,0 12 0 15,0 8 0-15,0 6 0 16,4 2 0-16,10 4 0 16,-1 3 0-16,1-1 0 15,-1-2 0-15,-5-4 0 16,-1-4 0-16,-4-10 0 16,-3-4 0-16,0-7 0 15,0-4 0-15,0-5 0 16,-10 3 0-16,-9-3 0 0,-10 0 0 15,0 2 0 1,-5-2 0-16,3-1 0 0,4-2 0 16,3-2 0-16,5-4 0 15,11-4 0-15,4 0 0 16,4-4 0-16,0-1 0 16,0 0 0-16,26-1 0 15,20-19 0-15,17-7 0 16,7-3 0-16,-6 2 0 15,-3 1 0-15,-11 4 0 16,-7 7 0-16,-16 6 0 16,-8 4 0-16,-12 5 0 0,-4-2 0 15,-3 3 0 1,0 0 0-16,0 0 0 0,0 0 0 16,0 0 0-16,0 0 0 15,0 0 0-15,-12 0 0 16,-19 9 0-16,-11 13 0 15,-9 10-11-15</inkml:trace>
  <inkml:trace contextRef="#ctx0" brushRef="#br1" timeOffset="60538.12">6587 12209 2015 0,'0'0'11'0,"0"0"-6"0,0 0-1 15,0 0 1-15,-56 113-3 16,56-83 0-16,0 2-1 16,4 0-1-16,14-4 2 15,3-6-2-15,5-5 0 16,5-11 0-16,5-6 0 16,13-8 0-16,13-30 0 15,10-16 0-15,13-15 0 16,15-10 0-16,6-3 0 15,7-2 0-15,-5 10 0 0,-15 12 0 16,-21 14 0 0,-25 18 0-16,-23 14 0 0,-11 16 0 15,-13 0 0-15,0 16 0 16,0 16 0-16,-15 10 0 16,-16 2 0-16,-10 0-2 15,-11-3-12-15</inkml:trace>
  <inkml:trace contextRef="#ctx0" brushRef="#br1" timeOffset="61009.69">6379 12330 2022 0,'0'0'9'16,"0"0"-7"-16,0 0 3 16,0 0-2-16,-58 120-1 15,56-87-1-15,2-1 0 16,0-4-1-16,14-5 2 16,13-5-2-16,13-7 0 15,18-11 0-15,21-4 0 16,29-39 0-16,25-21 0 15,24-16 0-15,27-12 0 16,7-8 0-16,2 3 0 0,-22 7 0 16,-31 12 0-16,-26 12 0 15,-27 13 0-15,-20 9 0 16,-21 14 0-16,-14 9 0 16,-12 9 0-16,-9 3 0 15,-3 5 0-15,-5 0 0 16,0 3 0-16,-1 1 0 15,-2 0 0-15,2 0 0 16,0 0 0-16,0 1 0 16,1 16 0-16,-1 2 0 0,-2 8 0 15,0 0-2 1,0 1-4-16,-19-1-83 0</inkml:trace>
  <inkml:trace contextRef="#ctx0" brushRef="#br1" timeOffset="62121.35">9980 14784 2007 0,'0'0'20'0,"0"0"-18"16,0 0 0-16,0 0 1 15,0 0 1-15,0 0-2 16,8 5 0-16,9-5-1 16,5-28 0-16,7-6-1 15,2-14 1-15,3 3-1 16,-10 0 0-16,-9 8 0 0,-10 3 0 16,-5 13 0-16,0 13 0 15,0 5 2-15,0 3-2 16,-5 3 0-16,-6 28 0 15,0 15 0-15,0 17 0 16,5 6 0-16,4 4 0 16,2-7 0-16,0-6 0 15,0-6 0-15,0-10 0 16,6-8 0-16,3-9 0 16,-3-10 0-16,-4-5 0 15,-2-10 0-15,0 5 0 16,0-1 0-16,-23 3 0 15,-13 5 0-15,-7 2 0 16,1 2 0-16,1-1 0 16,8-3 0-16,9 0 0 0,8-9 0 15,12-1 0-15,4-4 0 16,0 0 0-16,18 0 0 16,28-4 0-16,19-15 0 15,4-8 0-15,2 5 0 16,-8 0 0-16,-15 5 0 15,-7 2 0-15,-17 5 0 16,-10 4 0-16,-8 4 0 16,-6-1 0-16,0 3 0 15,0 0-4-15,-22 0-212 16</inkml:trace>
  <inkml:trace contextRef="#ctx0" brushRef="#br1" timeOffset="62517.4">9490 15743 2033 0,'0'0'4'0,"0"0"0"15,0 0 0-15,0 0-2 16,0 0-2-16,0 0 0 0,43 11 0 16,77-44 0-16,24-7 0 15,12-4 0-15,-7-9 0 16,-10 3 0-16,-16 4 0 16,-17 6 0-16,-14 10 0 15,-16 2 0-15,-19 12 0 16,-24 2 0-16,-15 10 0 15,-13-2 0-15,-5 6 0 16,0 0 0-16,0 0 0 16,0 0 0-16,-7 0 0 15,-20 12 0-15,-6 9 0 16,-2 2 0-16,-5 4-2 0,-1-2-11 16</inkml:trace>
  <inkml:trace contextRef="#ctx0" brushRef="#br1" timeOffset="63192.22">10428 15861 1993 0,'0'0'27'0,"0"0"-15"15,0 0-4-15,0 0-5 16,0 0-2-16,-138-72 0 15,102 72-1-15,5 10 2 16,2 20-2-16,8 10 0 16,8 9 0-16,13 1 0 15,0-6 0-15,17-4 0 16,20-8 0-16,12-10 0 16,4-4 0-16,3-5 0 0,-4 0 0 15,-10 5 0-15,-9 0 0 16,-10 4 0-16,-10 6 0 15,-7 7 0-15,-6 0 0 16,0 2 0-16,-22-1 0 16,-9 0 0-16,-7-6 0 15,-6-7 0-15,-2-6 0 16,7-15 0-16,8-2 0 16,13-10 0-16,11-30 0 15,7-23 0-15,12-9 0 16,23-4 0-16,5 0 0 15,-1 5 0-15,-8 5 0 16,-8 16 0-16,-9 10 0 0,-7 9 0 16,-7 12 0-16,0 7 0 15,-7 6 0-15,-20 3 0 16,-8 3 0-16,-6 0 0 16,-1 3 0-16,5 11 0 15,3 4 0-15,7-3 0 16,11 2 0-16,8-5 0 15,8-6-10-15</inkml:trace>
  <inkml:trace contextRef="#ctx0" brushRef="#br1" timeOffset="63509.11">11361 14897 2035 0,'0'0'6'0,"0"0"-3"0,0 0 0 0,0 0-3 15,0 0 0-15,0 0 0 16,-55 40 0-16,35 27 0 15,-3 0 0-15,5 9 0 0,3-1 0 16,3-6 0 0,2 0 0-16,-1-11 0 0,-1-12 0 15,-1-8 0-15,-1-10 0 16,6-15-5-16</inkml:trace>
  <inkml:trace contextRef="#ctx0" brushRef="#br1" timeOffset="63732.4">10967 14922 2035 0,'0'0'6'0,"0"0"-4"16,0 0 0-16,0 0 0 0,122 103-2 15,-66-53 0-15,0 2 0 16,0-2 0-16,-1-1 0 15,-1-9 0-15,-5-4 0 16,-9-8 0-16,-9-6 0 16,-10-12-4-16,-6-10-318 15</inkml:trace>
  <inkml:trace contextRef="#ctx0" brushRef="#br1" timeOffset="63959.75">11636 14591 2026 0,'0'0'10'0,"0"0"-3"16,0 0-5-16,0 0 0 15,0 0-2-15,0 0 0 16,58 130 0-16,-43-57 0 16,-1 4 0-16,-1-3 0 15,1-11 0-15,-4-2 0 16,3-5 0-16,-3-5 0 15,-2-5 0-15,-3-6-2 16,-1-15-69-16</inkml:trace>
  <inkml:trace contextRef="#ctx0" brushRef="#br1" timeOffset="64558.18">12050 14721 2021 0,'0'0'14'16,"0"0"-7"-16,0 0-4 16,0 0-3-16,0 0 2 15,0 0-2-15,-134 62 0 16,118-7 0-16,12 0 0 16,4 1 0-16,0-10 0 15,16-8 0-15,11-10 0 16,2-12 0-16,4-10 0 15,3-6 0-15,-1-8 0 0,1-20 0 16,-5-11 0 0,-4-7 0-16,-5-3 0 0,-9-5 0 15,-1-3 0-15,-6 3 0 16,-1 8 0-16,1 12 0 16,1 7 0-16,2 19 0 15,2 4 0-15,5 4 0 16,4 4 0-16,2 25 0 15,-4 17 0-15,0 0 0 16,-5 7 0-16,-4 1 0 16,-2-4 0-16,-1-7 0 15,-2-8 0-15,6-12 0 16,1-8 0-16,5-15 0 16,5 0 0-16,4-6 0 0,2-26 0 15,-2-6 0-15,-6-8 0 16,-5-12 0-16,-7-6 0 15,-7-3 0-15,0 3 0 16,-18 8 0-16,-13 12 0 16,4 12 0-16,-3 14 0 15,2 12 0-15,-3 6 0 16,-2 12 0-16,1 21 0 16,3 15 0-16,9-1 0 15,8 7 0-15,6-1 0 16,4-7-2-16,2-6-11 15</inkml:trace>
  <inkml:trace contextRef="#ctx0" brushRef="#br1" timeOffset="64820.78">13358 14458 2037 0,'0'0'6'0,"0"0"-4"15,0 0 0-15,116-62-2 16,-80 45 0-16,-3 3 0 0,-3 1 0 16,-2 2 0-16,-7 7 0 15,-4-1 0-15,-7 5 0 16,-8 0 0-16,-2 0-5 15,0 9-34-15</inkml:trace>
  <inkml:trace contextRef="#ctx0" brushRef="#br1" timeOffset="65000.22">13342 14708 2021 0,'0'0'15'15,"0"0"-9"-15,0 0-3 16,0 0-1-16,120-69-2 15,-68 44 0-15,-6 4 0 16,-1 7 0-16,-7-3 0 16,-1 2 0-16,0 4 0 0,-4-5 0 15,5-1 0-15,2-4-12 16</inkml:trace>
  <inkml:trace contextRef="#ctx0" brushRef="#br1" timeOffset="65255.47">14160 14084 2032 0,'0'0'10'16,"0"0"-7"0,0 0-1-16,0 0-2 0,0 0 0 15,0 0 0-15,11 105 0 16,1-45 0-16,-4 6 0 15,-4 5 0-15,3-2 0 16,-5-2 0-16,-2-5 0 16,0-5 0-16,0-7 0 15,0-11 0-15,0-8 0 16,0-18-6-16</inkml:trace>
  <inkml:trace contextRef="#ctx0" brushRef="#br1" timeOffset="65847.62">14746 14083 2028 0,'0'0'6'16,"0"0"-1"-16,0 0-2 15,0 0-1-15,0 0-2 16,0 0 1-16,-45 58-1 16,17-56 0-16,-3-2 0 0,-1 0 0 15,6-8 0 1,9-13 0-16,11-9 0 0,6-3 0 16,0-3 0-16,11-1 0 15,14 3 2-15,6 8-2 16,2 6 0-16,-3 11 0 15,5 6 0-15,-9 3 0 16,3 8 0-16,-6 25 0 16,-6 6 0-16,-9 10 0 15,-8 5 0-15,0 1 0 16,-10 6 0-16,-14 1 0 16,-10 0 0-16,-8-2 0 15,-7-6 0-15,2-11 0 16,5-16 0-16,13-8 0 15,9-13 0-15,11-6 0 16,7 0 0-16,2-21 0 16,0-8 0-16,20-7 0 0,11-6 0 15,7 4 0-15,0 5 0 16,-2 13 0-16,-3 18 0 16,-7 2 0-16,2 6 0 15,-4 24 0-15,2 2 0 16,-1 0 0-16,2-3 0 15,2-8 0-15,0-2 0 16,-2-9 0-16,-5-6-2 16,-4-4-14-16</inkml:trace>
  <inkml:trace contextRef="#ctx0" brushRef="#br1" timeOffset="66141">15182 14057 2026 0,'0'0'10'0,"0"0"-4"0,0 0-5 16,0 0 0-16,0 0-1 16,0 0 1-16,38 71-1 15,-38-46 0-15,-6-1 0 16,-14-8 0-16,4-4 0 15,-2-6 2-15,1-6-2 16,3 0 0-16,5 0 0 0,5-18 0 16,4-6 0-16,0-2 0 15,6 2 0-15,17-4-2 16,1 3-2-16,1 3-75 16</inkml:trace>
  <inkml:trace contextRef="#ctx0" brushRef="#br1" timeOffset="66560.06">15617 13653 2028 0,'0'0'8'0,"0"0"-3"16,0 0-2-16,-100 113-2 15,82-73 1-15,5 0-2 16,13-2 0-16,0-4 0 16,6-2 0-16,27-5 0 15,15-6 0-15,4-4 0 16,7-10 0-16,-1-1 0 16,-5-6 0-16,-5 0 0 15,-9 0 0-15,-8 0 0 16,-6 0 0-16,-5 5 0 15,-6 6 0-15,-8 6 0 16,-4 2 0-16,-2 6 0 16,-4 3 0-16,-23 3 0 0,-11-4 0 15,-5-2 0-15,-3 0 0 16,-1-7 0-16,7-8 0 16,5-4 0-16,7-6 0 15,10 0 0-15,8-17-2 16,10-10-2-16,0-5-47 15</inkml:trace>
  <inkml:trace contextRef="#ctx0" brushRef="#br1" timeOffset="66770">15584 13741 2011 0,'0'0'17'16,"0"0"-7"-16,0 0-6 15,0 0-2-15,0 0-1 16,122-126-1-16,-70 100 0 16,-5 6 2-16,-3 4-2 15,-8 6 0-15,-5 6 0 16,0 2 0-16,0-2-2 16,-2-2-14-16</inkml:trace>
  <inkml:trace contextRef="#ctx0" brushRef="#br1" timeOffset="67070.12">16544 13186 2023 0,'0'0'13'0,"0"0"-6"15,0 0-5-15,0 0 0 16,0 0-2-16,0 0 0 15,-22 62 0-15,17 6 0 16,3 9 0-16,-1 9 0 16,-3 10 0-16,-3 5 0 15,-7-3 0-15,-3-6 0 16,-4-10 0-16,5-14 0 0,3-12 0 16,6-13 0-16,4-13 0 15,5-11 0-15,0-12 0 16,0-7 0-16,0 0-3 15,0-12-34-15</inkml:trace>
  <inkml:trace contextRef="#ctx0" brushRef="#br1" timeOffset="67362.27">16138 13184 2013 0,'0'0'11'0,"0"0"-6"16,0 0 1-16,0 0-2 15,-31 109-2-15,25-87-1 16,-8-10-1-16,-8-2 1 16,-7-8 0-16,-2-2 0 15,0 0-1-15,8-14 0 16,10-13 0-16,11 4 0 15,2-5 0-15,0 8 0 16,15 1 0-16,12 5 0 16,6 9 0-16,2 2-1 15,1 3-23-15</inkml:trace>
  <inkml:trace contextRef="#ctx0" brushRef="#br1" timeOffset="67759.19">16755 13736 2020 0,'0'0'15'15,"0"0"-10"-15,0 0-2 0,0 0-2 16,127-28-1-16,-104 32 0 16,-8 16 1-16,-8 1-1 15,-7 6 0-15,0-1 0 16,-16-4 0-16,-13 0 0 16,-6-6 0-16,1-5 0 15,3-5 0-15,4-6 0 16,6 0 2-16,7-3-2 15,7-17 0-15,3-6 0 16,4-6 0-16,0-2 0 16,17-4 0-16,8-1 0 15,2 1 0-15,0 7 0 16,2-2-2-16,2 8-18 16</inkml:trace>
  <inkml:trace contextRef="#ctx0" brushRef="#br1" timeOffset="68278">17192 12856 2021 0,'0'0'11'0,"-254"-125"-2"16,56 85-6-16,-59 14-2 0,-50 22 1 15,-40 4-2 1,-32 50 0-16,-20 36 0 0,0 43 0 16,12 42 0-16,33 41 0 15,37 26 0-15,43 15 0 16,53 8 0-16,56-6 0 16,63 3 0-16,59-21 0 15,45-27 0-15,95-45 0 16,78-49 0-16,68-35 0 15,52-41 0-15,37-36 0 16,13-4 0-16,-2-44 0 16,-18-23 0-16,-26-17 0 15,-23-12 0-15,-22-11 0 16,-5-11 0-16,-6-14 0 16,-4-14 0-16,0-11 0 0,-15-11 0 15,-14-5 0-15,-34-16 0 16,-61-11 0-16,-69-7 0 15,-53 2 0-15,-100 21 0 16,-76 34 0-16,-67 36 0 16,-68 39 0-16,-43 42 0 15,-20 28 0-15,20 10 0 16,51 42 0-16,70 19 0 16,59 11-2-16,39-1-33 15</inkml:trace>
  <inkml:trace contextRef="#ctx0" brushRef="#br1" timeOffset="70767.31">243 12821 2014 0,'0'0'4'0,"-6"105"-1"0,6-49 3 0,0-10 0 16,2-12-2-16,7-16-2 0,-3-9-1 16,4-9 1-16,13-19-1 15,20-45 0-15,28-39 0 16,35-41-1-16,23-28 0 16,20-12 0-16,9 1 0 15,-2 9 0-15,-11 21 0 16,-23 27 0-16,-24 23 0 15,-28 29 0-15,-29 28 2 16,-18 20-2-16,-14 14 0 16,-9 9 0-16,0 3-2 15,0 7 2-15,-15 29 0 16,-10 22-1-16,-4 16-1 0,-5 5-23 16</inkml:trace>
  <inkml:trace contextRef="#ctx0" brushRef="#br1" timeOffset="71163.99">449 13262 2023 0,'0'0'5'0,"-10"104"-1"15,12-67 0 1,25-18-1-16,12-14 0 0,11-5-2 16,13-50 1-16,17-34-2 15,16-35 2-15,18-27-2 16,17-13 0-16,12-15 0 16,3-10 0-16,8-3 0 15,4-1 0-15,-1 7 0 16,-11 23 0-16,-17 23 0 15,-28 31 0-15,-27 30 0 16,-25 27 0-16,-20 19 0 16,-14 16 0-16,-11 5 0 15,1 4 0-15,-5 3 0 16,3 0 0-16,1 0 0 16,0 5 0-16,1 12-2 0,-1 2-3 15,-4-3-60-15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10:35.70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008B"/>
    </inkml:brush>
  </inkml:definitions>
  <inkml:trace contextRef="#ctx0" brushRef="#br0">9504 5700 2008 0,'0'0'10'0,"0"0"2"15,0 0-5-15,0 0-3 16,0 0-3-16,0 0 0 16,-143 31-1-16,93 29 0 0,2 4 1 15,3 4 0-15,9-6-1 16,7-8 0-16,12-7 0 15,10-11 0-15,7-5 0 16,0-8 0-16,32-9 0 16,12-6 0-16,12-8 0 15,6 0 0-15,2-18 0 16,-1-9 0-16,-5-9 0 16,-8-8 0-16,-7-9 0 15,-11-8 0-15,-17-9 0 16,-15-4 0-16,0 1 0 15,-26 6 0-15,-11 9 0 16,0 15 0-16,1 13 0 0,5 12 0 16,11 10 0-1,7 8 0-15,6 0 2 0,3 14-2 16,1 24 0-16,3 16 0 16,0 11 0-16,0 3 0 15,14 0 0-15,6-7 0 16,-1-4 0-16,4-3 0 15,2-5 0-15,2-5 0 16,-2-8-2-16,2-8 2 16,0-10-3-16,-4-12-38 15</inkml:trace>
  <inkml:trace contextRef="#ctx0" brushRef="#br0" timeOffset="427.74">9986 5588 2030 0,'0'0'7'0,"0"0"-3"15,0 0-3 1,0 0 0-16,0 0-1 16,-6 137 1-16,6-93-1 15,0-2 0-15,0-2 1 16,0-5-1-16,0-8 0 15,2-6 0-15,16-10 0 0,7-11 0 16,2 0 0 0,-1-6 0-16,3-20 0 0,-7-6 0 15,-2-8 0-15,-4-3 0 16,-8 2 0-16,2 2 0 16,-6 12 0-16,-2 11 0 15,-2 12 0-15,0 4 0 16,0 0 0-16,0 10 0 15,0 18 2-15,0 5-2 16,0 9 0-16,0-5 0 16,0-1 0-16,0-2 0 15,5-6 0-15,3-4 0 0,4-4 0 16,3-8 0 0,10-3-2-16,3-9-3 0,15 0-53 15</inkml:trace>
  <inkml:trace contextRef="#ctx0" brushRef="#br0" timeOffset="1433.63">10597 5698 1996 0,'0'0'33'15,"0"0"-24"-15,0 0-5 16,-42-101-2-16,30 90-1 16,1 7-1-16,1 4 2 15,-9 0-2-15,0 18 0 16,-4 14 0-16,-1 7 0 15,6 3 0-15,5 0 0 16,6-2 0-16,7-4 0 0,0-6 0 16,0-6 0-16,15-6 0 15,10-8 0-15,2-7 0 16,0-3 0-16,2 0 0 16,-2-25-2-16,-4-5 2 15,0-8 0-15,-9-7 0 16,-6-4 0-16,-5 2 0 15,-3 12 0-15,0 11 0 16,0 11 0-16,0 12 0 16,0 1 2-16,0 5-2 15,0 26 0-15,0 10 0 16,0 8 0-16,0-5 0 16,0-2 0-16,4-8 0 15,10-8 0-15,3-8 0 0,3-8 0 16,-2-8 0-16,4-2 0 15,-1 0 0-15,-2-25 0 16,1-4 0-16,-7-9 0 16,1-3 0-16,-5-8 0 15,3 1 0-15,-6 8 0 16,-1 9 0-16,-2 18 0 16,-3 7 0-16,3 6 0 15,-1 0 0-15,2 26 0 16,1 11 0-16,0 7 0 15,-1 3 0-15,3-7 0 16,-1-4 0-16,8-8 0 16,-1-8 0-16,5-5 0 0,0-13 0 15,6-2 0-15,5 0 0 16,7-21 0-16,4-9 0 16,-2-7 0-1,-9-2 0-15,-11-7 0 0,-4 0 0 16,-8 3 0-16,-2 10 0 15,1 15 0-15,-5 6 0 16,0 12 0-16,2 0 0 16,2 13 0-16,4 16 0 15,-2 4 0-15,1 6 0 16,-2-7 0-16,5-3 0 16,4-6 0-16,1-9 0 0,5-6 0 15,3-8 0-15,3 0 0 16,14-10 0-16,4-19 0 15,4-9 0-15,-9-6 0 16,-12-6 0-16,-8-10 0 16,-13-10 0-16,-6-12 0 15,0-10 0-15,0 3 0 16,-6 8 0-16,-2 24 0 16,4 25 0-16,2 14 0 15,-1 17 0-15,3 1 0 16,-2 19 0-16,-2 35 0 0,4 18 0 15,0 15 0 1,0 1 0-16,0-4 0 0,0-6 0 16,6-6 0-16,1-12 0 15,0-7 0-15,0-13 0 16,1-10 0-16,1-9 0 16,3-6-3-16,3-13-6 15,1-2-205-15</inkml:trace>
  <inkml:trace contextRef="#ctx0" brushRef="#br0" timeOffset="1762.53">11502 5553 2017 0,'0'0'14'0,"0"0"-10"0,0 0-1 0,0 0-1 0,0 0-1 15,138-29 0-15,-98 21-1 16,-2-5 0-16,-4 0 0 15,-7-5 0-15,-10 0 0 16,-3-2 0-16,-6 0 0 16,-6 0 1-16,-2 2 0 15,0 3 0-15,0 10-1 16,0 1 2-16,0 4-2 16,0 0 0-16,0 14 0 15,0 14 0-15,0 8 0 16,0 0 0-16,0 2 0 15,0 0 0-15,0-2 0 16,0 0 0-16,0-5 0 0,0-3 0 16,-2-9-2-16,-6-8-4 15,0-11-88-15</inkml:trace>
  <inkml:trace contextRef="#ctx0" brushRef="#br0" timeOffset="1936.54">11818 5085 1996 0,'0'0'27'16,"0"0"-17"-16,0 0-4 15,0 0-3-15,0 0-3 16,0 0 0-16,2-49 0 16,0 76 0-16,1 5 0 0,-3 4-2 15,0 2-33-15</inkml:trace>
  <inkml:trace contextRef="#ctx0" brushRef="#br0" timeOffset="2182.4">12059 5057 2016 0,'0'0'16'16,"0"0"-8"-16,0 0-5 15,0 0-2-15,0 0-1 16,0 0 1-16,7 160-1 0,-3-85 2 16,-2-6-2-1,0-2 0-15,-2-7 0 0,2-6 0 16,-2-4 0-16,0-7 0 16,3-7 0-16,-1-9-4 15,0-12-56-15</inkml:trace>
  <inkml:trace contextRef="#ctx0" brushRef="#br0" timeOffset="2872.66">12103 5417 2027 0,'0'0'7'0,"0"0"-5"15,0 0 1-15,0 0 0 16,0 0-2-16,0 0-1 15,116 11 0-15,-84-11 0 16,-6-8 0-16,3-9 1 16,-7-2-2-16,-6-4 1 15,-7 0 0-15,-9-8 0 16,0 2 0-16,0 3 0 16,-2 8 1-16,-7 10-1 15,2 8 1-15,0 0-1 16,-4 17 0-16,3 19 2 15,1 14-2-15,4 3 0 0,3-1 0 16,0-2 0 0,0-6 0-16,12-6 0 0,1-7 0 15,3-8 0 1,-3-7 0-16,-4-7 0 0,-2-6-2 16,-5-3 2-16,-2 0 0 15,0 0 0-15,0-6 0 16,0-4 0-16,0 9 0 15,0 1 0-15,0 0 0 16,-9 22 0-16,-5 17 0 16,-1 16 0-16,-5 9 0 15,-5 9 0-15,-2 2 0 0,-4 4 0 16,2-3 0 0,2-8 0-16,6-10 0 0,2-14 0 15,4-12 0-15,6-12 0 16,4-9 0-16,1-11 0 15,2 0 0-15,2-9 0 16,0-20 0-16,0-12 0 16,0-10 0-16,0-7 2 15,11-17-2-15,16-12 0 16,4-9 0-16,10 0 0 16,5 4 0-16,1 14 0 15,-3 20 0-15,-6 19 0 16,-11 17 0-16,-7 12 0 15,-7 10 0-15,-4 0 0 16,-3 0 0-16,-3 16-2 0,-3 3-2 16,0-6-52-1</inkml:trace>
  <inkml:trace contextRef="#ctx0" brushRef="#br0" timeOffset="4097.74">15209 5092 1861 0,'0'0'180'0,"0"0"-178"16,0 0-1-16,0 0 0 0,0 0-1 15,0 0 0-15,-2 94 0 16,2-16 2-16,0-6-2 16,0 2 0-16,-2-6 0 15,-2-4 0-15,-3-3 0 16,0-5 0-16,-2-8 0 15,-2-8-3-15,0-14-8 16</inkml:trace>
  <inkml:trace contextRef="#ctx0" brushRef="#br0" timeOffset="4479.51">15178 5189 1983 0,'0'0'50'15,"0"0"-47"-15,0 0 1 16,0 0-1-16,0 0-2 16,0 0-1-16,0-86 0 15,0 82 0-15,0 4 0 16,0-2 0-16,0 2 0 16,0 0 0-16,0 0 0 15,0 0 0-15,0 2 0 16,0 4 0-16,0-2 0 15,0-2 0-15,0-2-1 16,0 0 1-16,0 0 0 0,0 0 1 16,0 0-1-1,0 0 0-15,0 0 0 0,0 0 0 16,0 0 0-16,0 0 0 16,0 0 0-16,0 0 0 15,0 0 0-15,0 0 0 16,0 0 0-16,0 0 0 15,0 6-1-15,0 8-8 16,0 0-67-16</inkml:trace>
  <inkml:trace contextRef="#ctx0" brushRef="#br0" timeOffset="5320.88">15259 5095 2016 0,'0'0'10'0,"0"0"-4"0,0 0 0 16,0 0-2-16,0 0-3 15,0-106-1-15,21 106 0 16,6 0 0-16,0 0 0 15,-4 20 0-15,-4 7 0 16,-3 10 0-16,-7-1 0 16,-7 4 0-16,-2-3 0 15,0 0 0-15,-17 1 0 16,-8-3 1-16,-6 1-1 16,0-2 0-16,2-2-1 15,2-4 0-15,6-4-10 0,8-7-299 16</inkml:trace>
  <inkml:trace contextRef="#ctx0" brushRef="#br0" timeOffset="5808.07">15496 5373 2026 0,'0'0'9'0,"0"0"-5"16,0 0 0-16,0 0-3 16,0 0 0-16,0 0-1 0,72-19 0 15,-46 35 0-15,0 14 0 16,0 4 0-16,-6 4 0 16,-5 0 0-16,-3 0 0 15,-8-4 0-15,-1-2 0 16,-3-1 0-16,0-9 0 15,-7-7 0-15,-5-6 0 16,3-9 0-16,3 0 0 16,4-23 0-16,2-10 0 15,0-7 0-15,7-5 0 0,15-2 0 16,2-2 0 0,5 4 0-16,0 3 2 0,-4 15-2 15,-3 7 0-15,-5 11 0 16,0 8 0-16,1 1 0 15,-1 6 0-15,-1 16 0 16,-3 7 0-16,-4 7 0 16,-5-3 0-16,-1-2 0 15,-3 2 0-15,0-3 0 16,0-1 0-16,-12-7 0 16,4-8-3-16,-6-9-4 15,5-5-375-15</inkml:trace>
  <inkml:trace contextRef="#ctx0" brushRef="#br0" timeOffset="5986.5">15920 4971 2034 0,'0'0'6'0,"0"0"-2"0,0 0-3 0,0 0-1 15,0 0 0-15,0 0 0 16,0-29 0-16,0 64 0 15,0 3 0-15,4 10 0 16,-2 4-6-16,-2 6-83 16</inkml:trace>
  <inkml:trace contextRef="#ctx0" brushRef="#br0" timeOffset="6232.97">16265 5213 2025 0,'0'0'11'16,"0"0"-5"-16,0 0-4 16,0 0-1-16,0 0 1 15,0 0-2-15,-102 32 0 16,84 11 0-16,7 1 0 16,9 0 0-16,2-3 0 15,0-2 0-15,6-7 0 16,15-9 0-16,8-6 0 15,2-9 0-15,0-8-2 0,2 0-4 16,-1-6-114 0</inkml:trace>
  <inkml:trace contextRef="#ctx0" brushRef="#br0" timeOffset="6706.7">16446 5181 2006 0,'0'0'28'16,"0"0"-22"-16,0 0-3 15,0 0-2-15,0 0-1 16,0 0 1-16,-40 62-1 16,46-48 0-16,17-4 0 15,4-7 2-15,2-3-2 0,2 0 0 16,0-13 0 0,-2-6 0-16,-5-6 0 0,-4-3-2 15,-7-2 2-15,-5 1 0 16,-8 0 0-16,0 3 0 15,-10 3 0-15,-9 9 0 16,-6 3 0-16,0 11 2 16,-4 0-2-16,0 12 0 15,-4 24 0-15,2 8 0 16,6 10 0-16,6 3 0 16,7-4 0-16,12-4 0 15,0-10 0-15,0-6 0 16,26-11 0-16,8-8 0 15,5-8 0-15,3-6 0 16,0 0 0-16,3-10 0 0,-6-8 0 16,-1 2 0-16,-7 0 0 15,-6-2 0-15,-9 4 0 16,-9 0 0-16,-5 1 0 16,-2 4 0-16,0-1 0 15,0 2 0-15,-4 4-2 16,-15 0-1-16,-1 4-21 15</inkml:trace>
  <inkml:trace contextRef="#ctx0" brushRef="#br0" timeOffset="8078.57">6736 7488 1982 0,'0'0'34'0,"0"0"-21"0,0 0-3 16,0 0-6-16,0 0-3 0,0 0 0 15,-29-57-1-15,13 57 2 16,-8 24-2-16,-7 13 0 15,0 10 0-15,0 6 0 16,4 4 0-16,9-2 0 16,5-3 0-16,3-4 0 15,10-8 0-15,0-3 0 16,3-11 0-16,25-6 0 16,11-12 0-16,3-8 0 15,5 0 0-15,2-7-3 16,-6-14-7-16,-8-9-342 15</inkml:trace>
  <inkml:trace contextRef="#ctx0" brushRef="#br0" timeOffset="8309.54">6973 7449 2019 0,'0'0'15'16,"0"0"-8"-16,0 0-4 15,0 0-2-15,0 0 1 16,0 0-2-16,-19-18 0 15,19 54 0-15,0 13 0 16,0 2 0-16,0 1 0 16,3 3 0-16,-1-1 0 15,0-6 0-15,-2 0 0 16,0-4 0-16,0-8 0 0,0-8 0 16,0-7-2-16,0-17-3 15,0-4-94-15</inkml:trace>
  <inkml:trace contextRef="#ctx0" brushRef="#br0" timeOffset="8550.24">7015 7439 2021 0,'0'0'11'0,"0"0"-4"16,58-120-4-16,-27 96-2 15,4 6 0-15,-2 12 0 16,-3 6-1-16,-10 0 0 15,-7 14 0-15,-9 20 0 0,-4 6 0 16,-8 4 2 0,-23 2-2-16,-9-3 0 0,-5-3 0 15,5-6 0-15,2-8 0 16,9-8 0-16,8-4 0 16,7-5-3-16,2-4-8 15</inkml:trace>
  <inkml:trace contextRef="#ctx0" brushRef="#br0" timeOffset="10492.56">10607 6779 2028 0,'0'0'7'0,"0"0"-2"0,0 0-1 0,0 0-3 16,0 0-1-16,0 0 2 15,0-48-2-15,0 48 0 16,0 12 0-16,0 27 0 16,0 11 0-16,0 6 0 15,0 0 0-15,-4-1 0 16,0-5 0-16,4-2 0 15,0-4 0-15,0-8 0 16,0-6-2-16,4-10-4 16,10-12-111-16</inkml:trace>
  <inkml:trace contextRef="#ctx0" brushRef="#br0" timeOffset="10756.45">10931 6678 2023 0,'0'0'11'0,"0"0"-6"16,0 0-1-16,0 0-2 15,0 0-2-15,0 0 0 16,16 1 0-16,-13 42 2 16,-3 7-2-16,0 7 0 15,0 6 0-15,0-2 0 16,0-4 0-16,0-6 0 15,0-3 0-15,0-8 0 0,0-7 0 16,0-4 0 0,2-7-2-16,-2-4-3 0,0-8-292 15</inkml:trace>
  <inkml:trace contextRef="#ctx0" brushRef="#br0" timeOffset="11783.75">15746 6348 2033 0,'0'0'5'0,"0"0"-2"0,0 0-1 15,0 0-1-15,0 0 0 16,0 0-1-16,0 50 0 15,0 0 0-15,-2-1 0 16,-5 2 0-16,1-2 0 16,-1-1 0-16,3-4 0 15,1-2 0-15,3-6 0 16,0-6-1-16,0-10-13 16</inkml:trace>
  <inkml:trace contextRef="#ctx0" brushRef="#br0" timeOffset="12172.58">16194 6338 2021 0,'0'0'16'0,"0"0"-12"16,0 0-1-16,0 0-2 15,0 0-1-15,0 0 0 16,-29 21 0-16,11 20 2 15,1 3-2-15,8 1 0 16,9-9 0-16,0-2 0 16,0-7 0-16,13-4 0 15,16-4 0-15,4-11 0 16,5-5 0-16,5-3 0 0,-3 0 0 16,0-11 0-1,-5-12 0-15,-4-3 0 0,-8-2 0 16,-9-2 0-16,-10-5 0 15,-4 2 0-15,0-3 0 16,-12 1 0-16,-7 7 0 16,-4 8 0-16,-1 6 0 15,-8 10 0-15,1 4 0 16,-4 0 0-16,6 14 0 16,6 10-2-16,2-1-14 15</inkml:trace>
  <inkml:trace contextRef="#ctx0" brushRef="#br0" timeOffset="13907.21">6861 9092 2010 0,'0'0'14'0,"0"0"-5"16,0 0-5-16,0 0-1 16,0 0-1-16,0 0-2 15,-118 0 0-15,93 26 1 16,1 5-1-16,10 2 0 15,3 3 0-15,11 0 0 0,0-2 0 16,13-2 0 0,25-3 0-16,7-6 0 0,4-1 0 15,0-6 0-15,-5-4 0 16,-5-2 1-16,-12-2-1 16,-14-2 0-16,-9 6-1 15,-4 2 2-15,-7 8-1 16,-19 3 0-16,-10-1 0 15,-2 0 0-15,2-6 0 16,5-2 0-16,5-4 0 16,5-4 0-16,9-5 0 15,6-2 0-15,4-1 0 16,2 0-1-16,12-10-13 16</inkml:trace>
  <inkml:trace contextRef="#ctx0" brushRef="#br0" timeOffset="14160.39">7422 9006 2033 0,'0'0'7'0,"0"0"-4"16,0 0-1-16,0 0-2 16,0 0 2-16,0 0-2 15,-22-9 0-15,22 59 0 16,0 13 0-16,0 3 0 15,0 2 0-15,0-2 0 16,0-2 0-16,-3-6 0 16,-1-5 0-16,0-9 0 0,-1-8 0 15,5-10 0-15,0-14-3 16,0-12-8-16,7 0-778 16</inkml:trace>
  <inkml:trace contextRef="#ctx0" brushRef="#br0" timeOffset="14392.61">7469 9142 487 0,'0'0'1539'16,"-16"-114"-1530"-16,16 69-4 15,2 7-2-15,23 11-2 16,2 6-1-16,2 13 1 0,2 8-1 16,-6 0 0-16,-6 10 0 15,-3 20 0-15,-9 4 0 16,-7 9 0-16,0-3 2 15,-21 2-2-15,-12-2 0 16,-5-5 0-16,-3 2 0 16,5-7 0-16,4-6 0 15,10-8-3-15,11-12-11 16</inkml:trace>
  <inkml:trace contextRef="#ctx0" brushRef="#br0" timeOffset="14889.25">10481 8482 2028 0,'0'0'11'0,"0"0"-7"0,0 0-3 16,0 0 0-16,0 0-1 15,0 0 0-15,0 140 2 16,0-95-2-16,0 3 0 15,0-6 0-15,0-4 0 16,0-2 0-16,0-4 0 0,3-2 0 16,-1-2 0-16,-2-6-3 15,0-8-36-15</inkml:trace>
  <inkml:trace contextRef="#ctx0" brushRef="#br0" timeOffset="15286.75">10715 8497 1925 0,'0'0'108'0,"0"0"-102"16,0 0-2-16,0 0-3 0,0 0 0 16,0 0-1-16,-6-13 0 15,-6 47 0-15,-1 8 2 16,2 2-2-16,7 1 0 15,4-1 0-15,0-5 0 16,0-4 0-16,13-7 0 16,7-10 0-16,6-6 0 15,5-12 0-15,8 0 0 16,-1-4 0-16,-3-16 0 16,-4-5 0-16,-8-2 0 15,-10-5 0-15,-11-3 0 16,-2 2 0-16,0-3 0 0,-9-1 0 15,-11 10 0-15,-4 2 0 16,-5 11 0 0,-4 10 0-16,-8 4 0 0,3 1 0 15,7 22 0-15,9 5-2 16,9-2-1-16,4-4-53 16</inkml:trace>
  <inkml:trace contextRef="#ctx0" brushRef="#br0" timeOffset="16583.66">16067 7642 1894 0,'0'0'147'0,"0"0"-144"0,0 0-2 16,0 0 1-16,0 0-2 16,0 0 0-16,7 26 0 15,-3 26 0-15,-2 6 0 16,0 0 0-16,-2-3 0 0,3-3 0 16,-1-4 0-16,1-7 0 15,-3-2 0-15,0-5 0 16,0-10-2-16,0-8-18 15</inkml:trace>
  <inkml:trace contextRef="#ctx0" brushRef="#br0" timeOffset="16792.68">16429 7606 2040 0,'0'0'3'0,"0"0"-1"0,0 0 0 15,0 0-2-15,0 0 0 16,0 0 0 0,44 78 0-16,-36-18 0 0,0 0 0 15,-2-6 0-15,5-4 0 16,0-1 0-16,-2-7 0 16,-4-6-9-16</inkml:trace>
  <inkml:trace contextRef="#ctx0" brushRef="#br1" timeOffset="20609.98">11920 6928 2029 0,'0'0'0'0,"0"0"3"16,0 0 1-16,0 0-1 15,0 0-3-15,0 0 1 16,-39 119 0-16,39-86-1 0,0-9 1 15,6-6 0-15,21-9-1 16,11-9 1-16,20-9 0 16,15-33-1-16,21-16 0 15,13-10 0-15,-1 0 2 16,-2 5-2-16,-20 12 0 16,-23 13 0-16,-26 17 0 15,-18 13 0-15,-12 5 0 16,-5 3 0-16,0 0 0 15,-34 26 0-15,-12 18-2 16,-14 13 1-16,-5 2-12 16</inkml:trace>
  <inkml:trace contextRef="#ctx0" brushRef="#br1" timeOffset="21008.75">11638 8394 2032 0,'0'0'2'0,"0"0"-2"15,0 0 4-15,0 143-1 16,0-96-1-16,0-3-1 15,0-9-1-15,10-11 0 0,9-12 1 16,10-12-1-16,19-6 2 16,28-41-2-16,27-25 0 15,19-16 0-15,5-6 0 16,3 9 0-16,-10 16 0 16,-22 17 0-16,-24 21 0 15,-35 12 0-15,-23 14 0 16,-16 5 0-16,0 0 0 15,0 0 0-15,0 0 0 16,0 0 0-16,0 0 0 16,0 0-2-16,0 0-9 15,0 0-300-15</inkml:trace>
  <inkml:trace contextRef="#ctx0" brushRef="#br1" timeOffset="37096.72">9697 7188 1827 0,'0'0'51'0,"0"0"-48"0,0 0 4 0,0 0-6 16,0 0-1-16,0 0-6 15,0 0-41-15,0 0-401 16</inkml:trace>
  <inkml:trace contextRef="#ctx0" brushRef="#br1" timeOffset="38403.47">6379 11245 2033 0,'0'0'2'0,"0"0"2"0,0 0-2 0,0 0 0 15,0 0-2-15,0 0 1 16,0 26-1-16,0 18 0 15,-3 10 1-15,-5 5-1 16,0-1 0-16,-6 3 2 16,1-2-2-16,-1-7 0 15,5-14 0-15,3-12 0 16,4-15 0-16,2-7 0 16,0-4 0-16,0 0 0 15,0 0 0-15,13-6 0 0,11-13 0 16,8 0 0-1,-3 0 0-15,-5 3 0 0,1 1 0 16,-6 0 0-16,2 3 0 16,-2 0 0-16,2 2 0 15,1 3-2-15,1-6-3 16,-4 1-34-16</inkml:trace>
  <inkml:trace contextRef="#ctx0" brushRef="#br1" timeOffset="38686.44">6843 11205 1996 0,'0'0'19'0,"0"0"-6"16,0 0-4-16,0 0-4 16,0 0-3-16,0 0-1 15,-61-54 1-15,42 54-2 16,1 24 0-16,-3 10 0 15,4 6 0-15,4 4 0 16,10 0 0-16,1-2 0 16,2-3 0-16,0-6 0 15,0-6 0-15,16-4 0 16,3-2 0-16,3-10 0 16,6-10 0-16,0-1 0 15,4 0-4-15,-5-24-11 16</inkml:trace>
  <inkml:trace contextRef="#ctx0" brushRef="#br1" timeOffset="39302.6">6969 11145 2008 0,'0'0'16'16,"0"0"-6"-16,0 0-4 16,0 0-3-16,0 0-2 15,0 0 0-15,-15-8-1 16,15 35 0-16,5 6 0 15,5 5 2-15,0 0-2 16,-3 1 0-16,-6-1 0 16,-1-5 0-16,0-2 0 0,0-8 0 15,0-4 0-15,0-9 0 16,0-8 0-16,3-2 0 16,1 0 0-16,1-22 0 15,2-16 0-15,-1-11 0 16,1-9 0-16,-1 2 0 15,6 0 0-15,-3 6 0 16,2 12 0-16,2 6 0 16,0 10 0-16,4 9 0 15,-5 11 0-15,5 2 0 16,-2 7 0-16,1 19 0 16,1 8 0-16,-3 2 0 15,-1 1 0-15,-2 6 0 16,-6-2 0-16,-5 0 0 15,0-2 0-15,0-10 0 0,0-11 0 16,0-9 0-16,0-9 0 16,0 0 0-16,0-24 0 15,0-15 0-15,0-11 0 16,6-4 0-16,1 1 0 16,4 9 0-16,-1 7 0 15,2 11 0-15,-1 9 0 16,1 10 0-16,-1 7 0 15,2 0 0-15,0 0 0 16,3 18 0-16,-3 7 0 16,-2 6 0-16,1 3 0 15,-6 2 0-15,1 1 0 0,-5 5 0 16,-2-3 0-16,0 4 0 16,0-6-3-16,-2-8-36 15</inkml:trace>
  <inkml:trace contextRef="#ctx0" brushRef="#br1" timeOffset="40082.58">7950 10957 2007 0,'0'0'19'0,"0"0"-12"0,0 0 1 0,0 0-6 16,0 0-1-16,0 0 0 15,-89 14-1-15,74 18 0 16,1 6 0-16,5 2 0 16,5 0 0-16,4 1 0 15,0-8 0-15,0-3 0 16,8-10 0-16,11-9 0 15,-1-8 0-15,3-3 0 16,4-2 0-16,-2-20 0 16,-6-8-1-16,-3-6 1 0,-10-7 0 15,-2-5 0 1,-2-4 0-16,0 1 0 0,0-2 0 16,0 3 0-16,0 0 0 15,7 6 1-15,11 9-1 16,-1 5 0-16,4 17 0 15,-5 9 0-15,5 4 0 16,-2 3 0-16,-2 22 0 16,-1 13 0-16,-5 6 2 15,-7 10-2-15,-2 3 0 16,-2 4 0-16,0 5 0 16,0 4 0-16,-2-3 0 15,-4-1 0-15,-3-7 0 16,7-9 0-16,0-12 0 15,2-10 0-15,0-10 0 0,0-8 0 16,2-7 0-16,9-3-2 16,5 0 2-16,1-3 0 15,1-19-1-15,2-9 0 16,-2-2 1-16,-3-8 0 16,-1-1 0-16,-6 0 0 15,-3 6 0-15,-5 8 0 16,0 10 1-16,0 4-1 15,-13 6 0-15,-5 4 1 16,0-1-1-16,0 5 0 16,3 0 0-16,3-1 0 15,8 1 0-15,0-4 0 0,4-3 0 16,0-8 0-16,0-3 0 16,0-4 0-16,16 2 0 15,-1-2 0-15,5-1 0 16,0 1-5-16,9-7-42 15</inkml:trace>
  <inkml:trace contextRef="#ctx0" brushRef="#br1" timeOffset="40652.87">8868 10474 2016 0,'0'0'14'0,"0"0"-6"0,0 0-4 0,0 0-3 15,0 0 0-15,0 0 0 16,-102 21-1-16,82 17 0 15,-1 16 2-15,8 8-2 16,5-2 0-16,8 3 0 16,0-9 0-16,0-6 0 0,6-12 0 15,15-7 0 1,2-11 0-16,4-13 0 0,6-5 0 16,4 0 0-16,1-22 0 15,-1-10 0-15,-3-8 0 16,-5-6 0-16,-11-6 0 15,-12-6 0-15,-6-5 0 16,0 0 0-16,-22 5 0 16,-7 11 0-16,-2 17 0 15,1 11 0-15,4 12 0 16,4 7 0-16,2 0 0 16,4 22 0-16,7 7 0 15,9 8 0-15,0 1 0 16,9 1 0-16,17-1 0 15,8-4 0-15,2 0 0 0,0-2 0 16,-6-3 0-16,-4 3 0 16,-9-7 0-16,-6 1 0 15,-4-4-2-15,-7-3-1 16,0-6-215-16</inkml:trace>
  <inkml:trace contextRef="#ctx0" brushRef="#br1" timeOffset="41079.64">9213 10499 2010 0,'0'0'16'0,"0"0"-9"0,0 0-2 0,0 0-2 15,0 0-2-15,0 0 0 16,-29 97 0-16,29-57-1 15,0-2 1-15,0-3-1 16,6-4 0-16,7-7 0 16,2-8 0-16,-1-7 0 15,3-8 0-15,3-1 0 16,1 0 0-16,-4-16-1 16,-1-5 0-16,-5-4 1 15,-5-7-1-15,-1-5 1 16,0-3 0-16,-1 3 0 15,3 6 0-15,-3 11 1 16,-2 10-1-16,0 7 1 0,-2 3 0 16,0 0-1-16,0 17 0 15,0 11 0-15,0 9 2 16,2-1-2-16,4 2 0 16,-2-5 0-16,0 0 0 15,3-7 0-15,-3-3 0 16,3-8-2-16,-2-9-10 15</inkml:trace>
  <inkml:trace contextRef="#ctx0" brushRef="#br1" timeOffset="42054.51">9671 10455 1997 0,'0'0'30'0,"0"0"-22"0,0 0-3 15,0 0-3-15,0 0 0 16,0 0-2-16,-67 21 1 16,53 16-1-16,5 6 0 15,5-3 0-15,4-7 0 16,0-3 0-16,0-7 0 16,6-11 0-16,12-5 0 15,0-7 0-15,4 0 0 16,1-5 0-16,-1-22 0 15,-4-2-1-15,-2-8 1 0,-6-1-1 16,-5 1 1-16,-3 2 0 16,-2 7 0-16,0 12 1 15,0 8-1-15,0 6 1 16,0 2-1-16,0 0 0 16,0 23 0-16,0 4 0 15,0 8 0-15,0-2 0 16,4 0 0-16,6-8 0 15,-2-3 0-15,5-8 0 16,-1-6 0-16,3-8 0 16,1 0 0-16,2-2 0 15,0-19 0-15,-5-12 0 0,1-1-1 16,-8-6 1-16,-2-2 0 16,-1 2 0-16,-3 8 0 15,2 8 0-15,0 14 0 16,3 8 0-16,0 2 1 15,1 2-1-15,5 22 0 16,3 3 0-16,-3 6 0 16,-3-3 0-16,2-1 0 15,-2-7 0-15,3-5 0 16,1-5 0-16,1-5 0 16,1-7 0-16,-1 0 0 15,3-11 0-15,-1-14 0 16,3-8 0-16,-5-4 0 0,-4 0 0 15,-2-3 0-15,-2 9 0 16,-3 8 0-16,0 12 0 16,-2 11 0-16,0 0 0 15,2 13 0-15,2 15 0 16,3 4 0-16,-1-4 2 16,1-1-2-16,4-8 0 15,0-3 0-15,3-4 0 16,-1-8 0-16,1-4 0 15,0 0 0-15,5-7 0 16,-4-20 0-16,-1-3 0 16,-6-6 0-16,-5-6-2 0,-3-10 2 15,0-10 0 1,0-13 0-16,0 1 0 0,-6 10 0 16,-3 16 0-16,-1 22 0 15,8 18 2-15,2 8-2 16,0 6 0-16,0 33 0 15,0 20 0-15,0 7 0 16,10 6 0-16,1-5 0 16,0-7 0-16,2-6 0 15,0-7 0-15,-2-5 0 16,-1-7 0-16,-2-7 0 16,-1-6 0-16,-5-6 0 15,-2-9-8-15</inkml:trace>
  <inkml:trace contextRef="#ctx0" brushRef="#br1" timeOffset="42221.14">10185 10349 2014 0,'0'0'19'0,"0"0"-17"16,0 0 1-16,0 0-1 15,0 0-1-15,0 0-1 16,114-95 0-16,-94 95 0 15,-2 0-1-15,1 0-14 16</inkml:trace>
  <inkml:trace contextRef="#ctx0" brushRef="#br1" timeOffset="42624.89">10921 10164 2005 0,'0'0'15'0,"0"0"-7"15,0 0 1-15,0 0-4 16,0 0-4-16,0 0 1 16,-25-6-2-16,25 6 2 15,0 0-2-15,22-5 0 16,10-5 0-16,1-7 0 15,5 1 0-15,-5 0 0 16,-6 0 0-16,-2 2-2 16,-13 4-3-16,-5 0-78 0</inkml:trace>
  <inkml:trace contextRef="#ctx0" brushRef="#br1" timeOffset="42796.5">10954 10343 2014 0,'0'0'9'16,"0"0"-4"-16,0 0 2 16,0 0-2-16,0 0-3 15,0 0-1-15,82-32-1 16,-62 20 0-16,-2 0 0 16,-5 4-2-16,-4-2-38 15</inkml:trace>
  <inkml:trace contextRef="#ctx0" brushRef="#br1" timeOffset="43510.57">11586 9675 2025 0,'0'0'9'0,"0"0"-3"0,0 0-3 15,0 0-2-15,0 0 0 16,0 0-1-16,-13 108 0 16,7-49 2-16,-4-2-2 0,4-10 0 15,3-7 0-15,3-12 0 16,0-4 0-16,0-8 0 16,5-6 0-16,17-4 0 15,7-6 0-15,11 0 0 16,5-6 0-16,4-18 0 15,0-2 0-15,-3 0 0 16,-7 0 0-16,-11 0 0 16,-5-1-2-16,-5-2-1 15,-5-1-33-15</inkml:trace>
  <inkml:trace contextRef="#ctx0" brushRef="#br1" timeOffset="43757.64">12126 9538 2022 0,'0'0'8'0,"0"0"0"16,0 0-4-16,0 0-2 15,0 0-1-15,0 0-1 16,-69-7 2-16,42 39-2 16,2 10 0-16,7-2 0 15,12 0 0-15,4 0 0 16,2-5 0-16,0-6 0 15,2-5 0-15,16-8 0 16,1-8 0-16,10-5 0 16,5-3 0-16,2 0-4 15,0-21-12-15</inkml:trace>
  <inkml:trace contextRef="#ctx0" brushRef="#br1" timeOffset="44334.81">12284 9567 1997 0,'0'0'25'0,"0"0"-14"15,0 0-4-15,0 0-4 16,0 0-2-16,0 0-1 16,-4-20 1-16,4 52-1 15,0 7 2-15,0 0-2 16,2-1 0-16,4-2 0 16,-1-4 0-16,-1-6 0 15,-2-3 0-15,-2-6 0 16,3-6 0-16,-3-5 0 15,2-6 0-15,-2 0 0 16,0-10 0-16,0-19-2 0,0-4 2 16,0-8 0-16,0-7 0 15,0-2 0-15,9-3 0 16,3 8 0-16,7 5 0 16,1 11 0-16,0 11 0 15,0 12 0-15,1 6 0 16,-4 0 0-16,3 19 0 15,-7 8 2-15,-1 7-2 16,-5-1 0-16,-3 1 0 16,-4-4 0-16,0-4 0 0,0-8 0 15,0-7 0 1,0-6 0-16,0-5 0 0,0 0 0 16,0-13 0-16,0-16 0 15,2-11-2-15,7-2 2 16,2-4 0-16,2 0 0 15,6 6 0-15,2 9 0 16,2 11 0-16,-5 10 0 16,1 9 0-16,-3 1 0 15,0 5 0-15,2 23 2 16,-3 8-2-16,-1 4 0 16,-6 3 0-16,-3-1 0 15,-5 2 0-15,0-4 0 0,0-2-2 16,0-5 1-1,0-14-65-15</inkml:trace>
  <inkml:trace contextRef="#ctx0" brushRef="#br1" timeOffset="45061.29">13238 9374 2002 0,'0'0'19'0,"0"0"-7"16,0 0-5-16,0 0-4 15,0 0-2-15,0 0 0 0,-132-24-1 16,103 56 0-16,7 4 2 16,7 0-2-16,5-2 0 15,6-1 0-15,4-7 0 16,0-6 0-16,8-8 0 15,17-9 0-15,2-3 0 16,4 0 0-16,0-7-2 16,-2-15 2-16,-4-5-1 15,-8-2-1-15,-5-10 1 16,-5-5 1-16,-3-7 0 16,0-6 1-16,8 0-1 15,3 0 0-15,5 7 0 16,7 9 0-16,-3 15 1 15,3 11-1-15,0 6 1 16,-5 9-1-16,1 0 0 0,-2 18 1 16,-2 13-1-16,-9 11 0 15,-5 8 0-15,-5 7 0 16,0 6 0-16,-15 1 2 16,-6 0-2-16,2-1 0 15,1-9 0-15,7-6 0 16,7-10 0-16,4-10 0 15,0-10 0-15,12-8 0 16,15-6 0-16,2-4 0 16,0 0 0-16,0 0 0 0,-7-10 0 15,-4-8-2-15,-9-4 2 16,-7-5 0-16,-2 0 0 16,0-3-1-16,-17 5 1 15,-10 7 0-15,-6 7 0 16,-5 4 0-16,4 4 0 15,6-1 0-15,9 2 1 16,11 0-1-16,5-2 0 16,3-4 0-16,0-5 0 15,18-5 0-15,11 1 0 16,4-3 0-16,2 2 0 16,1 0 0-16,-2 0 0 15,11-5-4-15,-6-3-42 16</inkml:trace>
  <inkml:trace contextRef="#ctx0" brushRef="#br1" timeOffset="45392.62">14008 8971 2028 0,'0'0'7'0,"0"0"-1"0,0 0-3 0,0 0-2 16,0 0-1-16,0 0 0 16,0 14 2-16,0 14-2 15,0 10 0-15,0 7 0 16,0-3 0-16,0-2 0 15,0-2 0-15,0-5 0 16,-2-6 0-16,2-4 0 16,-2-10 0-16,2-3 0 15,0-8-4-15,0-2-50 16</inkml:trace>
  <inkml:trace contextRef="#ctx0" brushRef="#br1" timeOffset="45624.62">14191 8899 2031 0,'0'0'4'15,"0"0"1"-15,0 0-2 16,0 0-2-16,0 0 0 16,0 0-1-16,11-2 0 15,-9 46 2-15,2 7-2 16,4 0 0-16,-4-1 0 15,1-3 0-15,-1-5 0 16,2-8 0-16,-4-4 0 16,0-10-3-16,-2-6-29 15</inkml:trace>
  <inkml:trace contextRef="#ctx0" brushRef="#br1" timeOffset="46572.46">14850 9180 1909 0,'0'0'83'0,"0"0"-67"16,0 0 0-16,0 0-10 0,0 0-4 15,0 0-1 1,-31-6 0-16,18-5 0 0,-1 2 0 16,-1-7 1-16,-1-4-1 15,-2-5 0-15,1-2 0 16,-3-7-1-16,2-3 1 16,0 1-1-16,7-4 0 15,2 2 0-15,5 2 0 16,4 0 0-16,0 2 0 15,13 3 0-15,7 4 0 16,-2 9 0-16,-2 7 0 16,-3 11 0-16,-2 0 0 0,-6 30 0 15,-5 17 0 1,0 9 0-16,-12 4 0 0,-14 2 0 16,-5-2 0-16,0-1 0 15,-1-8 0-15,6-4 0 16,5-8 1-16,8-12-1 15,8-9 0-15,5-6 0 16,0-6 0-16,0-6 0 16,10 0 0-16,21 0 0 15,6-13 0-15,3-10 0 16,3-3 0-16,-1-5 0 16,-4 2 0-16,-1-1 0 15,0 2 0-15,-8-3-5 0,-5 1-44 16</inkml:trace>
  <inkml:trace contextRef="#ctx0" brushRef="#br1" timeOffset="46794.4">15118 8650 1991 0,'0'0'29'0,"0"0"-23"15,0 0 0-15,0 0-2 16,0 0-2-16,0 0 0 16,-36 105 0-16,36-61-2 15,0 2 1-15,0-4-1 0,3 0 0 16,3-5 0-16,-2-8-1 16,-4-6-21-16</inkml:trace>
  <inkml:trace contextRef="#ctx0" brushRef="#br1" timeOffset="47176.43">15296 8681 2018 0,'0'0'12'0,"0"0"-11"16,0 0 3-16,0 0 0 0,0 0-2 15,-45 134-1-15,39-92 0 16,4-2-1-16,2-5 0 16,0-4 0-16,6-5 0 15,17-8 0-15,1-6 0 16,5-6 0-16,5-6 0 16,-1 0 0-16,0-7 1 15,-1-16-1-15,-8-3 0 16,-6-4 0-16,-9-4 0 15,-7-3 0-15,-2 1 0 16,0 5 1-16,-2 6-1 16,-16 7 0-16,-5 7 0 0,-2 2 2 15,-4 6-2 1,-10 3 0-16,-1 0-2 0,-9 3 2 16,0 14 0-1,0-3-7-15</inkml:trace>
  <inkml:trace contextRef="#ctx0" brushRef="#br1" timeOffset="47807.77">12941 10700 2018 0,'0'0'15'0,"0"0"-14"0,0 0 1 16,0 0 3-16,0 0-3 16,0 0-2-16,33 0 0 15,17-18 1-15,10-7-1 16,2 4 0-16,1 0-1 16,-12 7 1-16,-11 5-5 15,-20 3-28-15</inkml:trace>
  <inkml:trace contextRef="#ctx0" brushRef="#br1" timeOffset="48009.55">13030 10922 2022 0,'0'0'5'0,"0"0"-3"16,0 0 4-16,0 0-3 15,131-23-2-15,-94 11-1 16,3-3 1-16,-1-1-1 16,-1 3-1-16,-2-8-4 15,-4-2-345-15</inkml:trace>
  <inkml:trace contextRef="#ctx0" brushRef="#br1" timeOffset="48257.87">13859 10359 2035 0,'0'0'3'15,"0"0"-1"-15,0 0 1 16,0 0-2-16,0 0 0 16,0 0-1-16,0 10 0 15,0 24 2-15,0 12-2 16,0 2 0-16,0 1 0 15,0-2 0-15,0-3 0 16,0-5 0-16,0-8 0 16,0-6 0-16,0-11-3 15,4-10-30-15</inkml:trace>
  <inkml:trace contextRef="#ctx0" brushRef="#br1" timeOffset="48490.07">14264 10253 2030 0,'0'0'4'15,"0"0"-2"-15,0 0 1 16,0 0-1-16,0 0 0 16,0 0-1-16,-2 116 0 15,-4-70-1-15,-1 2 0 0,5 1 0 16,-2-5 0-1,-2-4 0-15,4-7 0 0,0-5 0 16,2-9 0-16,0-13-8 16</inkml:trace>
  <inkml:trace contextRef="#ctx0" brushRef="#br1" timeOffset="48902.51">14594 10261 1958 0,'0'0'65'0,"0"0"-58"16,0 0-2-16,0 0 0 0,0 0-3 16,0 0-1-16,-44 71 0 15,26-34 0-15,2 3-1 16,9 2 0-16,7 0 2 15,0-4-2-15,0-6 0 16,21-9 0-16,7-12 0 16,6-8 0-16,6-3 0 15,7-7 0-15,2-18 0 16,-2-10 0-16,-9-1 0 16,-9-2-2-16,-11 0 4 15,-16 2-2-15,-2 0 0 16,-10 6 0-16,-19 4 0 15,-6 9 0-15,-5 12 0 0,-7 5 0 16,1 0 0-16,1 13 0 16,9 10 0-16,14-4 0 15,8 0-2-15,10-3-1 16,4-6-69-16</inkml:trace>
  <inkml:trace contextRef="#ctx0" brushRef="#br1" timeOffset="49343.53">14956 9725 1026 0,'0'0'989'0,"-243"-86"-982"0,80 78 2 0,-17 8-2 16,-26 44-4-16,-11 38-1 15,9 33-1-15,14 29 0 16,32 24-1-16,43 22 2 16,45 5-2-16,48-2 0 15,26-12 0-15,47-31 0 16,46-31 0-16,34-34 0 16,23-32 0-16,19-35 0 15,9-18 0-15,12-31 0 16,4-31 0-16,-9-22 0 0,-7-16-2 15,-18-13 2-15,-20-11 0 16,-15-18 0-16,-26-17 0 16,-28-18 0-16,-36-11 0 15,-35 14 0-15,-13 23 0 16,-55 37 0-16,-25 44 0 16,-24 34 0-16,-21 34 0 15,-12 12 0-15,-6 48 0 16,10 30 0-16,22 28 0 15,26 21 0-15,18 13-7 16</inkml:trace>
  <inkml:trace contextRef="#ctx0" brushRef="#br1" timeOffset="49606.87">12355 12641 2035 0,'127'-82'4'0,"40"-20"-3"16,41-18 1-16,23-15 0 15,16-11-2-15,12-17 0 16,-9-4 0-16,-15-3 0 15,-19 6 0-15,-33 28-1 0,-44 27-7 16,-59 35-33-16</inkml:trace>
  <inkml:trace contextRef="#ctx0" brushRef="#br1" timeOffset="49872">12277 13261 2022 0,'0'0'12'0,"156"-87"-8"16,5-21-1-16,46-30 0 15,38-24-3-15,19-20 1 16,13-13-1-16,-3-8 0 15,-10-8-1-15,-19 12 1 16,-29 29-4-16,-38 32-12 16,-51 34-188-16</inkml:trace>
  <inkml:trace contextRef="#ctx0" brushRef="#br1" timeOffset="55699.48">6776 6739 1971 0,'0'0'34'0,"0"0"-33"16,0 0 14-16,0 0-9 15,0 0-2-15,-116 27-2 16,94-11 0-16,-2 12 2 16,-8 14-3-16,-13 17-1 15,-8 18 1-15,-5 5 0 16,0 8-1-16,0 13 0 15,0 13 0-15,7 12 1 16,11 7-1-16,17-5 0 0,20 1 0 16,3-10 0-16,28-6 0 15,19-5 0-15,9-9 0 16,7-11 1-16,5-18-1 16,15-20 0-16,5-22 0 15,13-25-1-15,2-8-2 16,-3-49-54-16</inkml:trace>
  <inkml:trace contextRef="#ctx0" brushRef="#br1" timeOffset="56709.93">16570 5785 2002 0,'0'0'22'0,"0"0"-17"15,0 0-2-15,0 0 0 16,0 0 1-16,0 0-3 16,139-28 0-16,-99 30-1 0,-2 25 1 15,-1 18 0 1,0 19-1-16,-8 14 0 0,-3 9 0 15,-2 3 1-15,1-2-1 16,-7-2 0-16,-7-6 0 16,-9-5 0-16,-2-3 0 15,-2-4 0-15,-25-2 0 16,-10-4 0-16,-6-13 0 16,1-7 0-16,-5-14 1 15,4-8-1-15,6-6 0 16,2-8-1-16,12-6-1 15,4 0-12-15</inkml:trace>
  <inkml:trace contextRef="#ctx0" brushRef="#br1" timeOffset="57095.7">18208 5734 2018 0,'0'0'11'0,"0"0"-6"0,0 0 1 0,0 0-4 16,0 0-1-16,0 0-1 16,0 55 0-16,0-13 1 15,0 8-1-15,0 4 0 16,-7 3 1-16,1-3-1 16,4-7 0-16,0-2 0 15,2-7 0-15,0-4 0 16,0-6 0-16,0-2 0 15,2-8-2-15,11-12-16 16</inkml:trace>
  <inkml:trace contextRef="#ctx0" brushRef="#br1" timeOffset="57507.7">18580 5761 2017 0,'0'0'13'0,"0"0"-4"16,0 0-5-16,0 0-3 15,0 0-1-15,0 0 0 16,-31 56 1-16,14-12-1 16,0 0 0-16,9-2 0 0,6-1 0 15,2-7 0-15,0-9 0 16,24-5 0-16,8-5 2 15,7-11-2-15,3-4 0 16,6 0 0-16,-4-8 0 16,-1-14 0-16,-10-6 0 15,-6-5 0-15,-10-1 0 16,-5-5 0-16,-12-5 0 16,0 0 0-16,-2-4 0 15,-19 7 0-15,-6 9 0 16,1 8 0-16,-3 10 0 15,-3 10 0-15,-3 4 0 0,-3 6 0 16,-2 21 0 0,2 10 0-16,7-3-3 0,4-6-42 15</inkml:trace>
  <inkml:trace contextRef="#ctx0" brushRef="#br1" timeOffset="58880">6323 8765 2032 0,'0'0'2'0,"0"0"-2"0,0 0 1 15,0 0 3-15,-132 96-2 16,116-22-1-16,-7 37 0 16,3 27-1-16,3 15 1 15,5 4-1-15,10-4 0 0,2-13 0 16,9-14 0-16,31-19 0 15,23-21 0-15,28-24 0 16,23-22 0-16,24-26-1 16,11-14-7-16,3-18-71 15</inkml:trace>
  <inkml:trace contextRef="#ctx0" brushRef="#br1" timeOffset="59884.56">16109 7159 1950 0,'0'0'30'0,"0"0"-13"0,0 0 3 0,0 0-10 16,0 0-5-16,0 0-2 15,74-9-1-15,-38 9 0 16,6 0-1-16,12 0 0 15,6 4 0-15,2 13 0 0,3 3-1 16,-3 4 0 0,-4 3 1-16,0 8-1 0,-4 7 0 15,-4 13 0-15,-8 10 0 16,-5 7 0-16,-13 7 1 16,-8-1-1-16,-10 1 0 15,-6-6 0-15,0 1 0 16,-11-3 0-16,-22-5 2 15,-10-6-2-15,-5-8 0 16,-2-9 0-16,4-3 0 16,7-6-2-16,8-11 2 15,2-13-9-15</inkml:trace>
  <inkml:trace contextRef="#ctx0" brushRef="#br1" timeOffset="61533.29">18515 7178 1891 0,'0'0'142'0,"0"0"-139"16,0 0 0-16,0 0 0 15,0 0-2-15,0 0-1 16,0 0 1-16,3 89-1 15,-3-25 0-15,0 2 1 16,-5-2-1-16,-3-3 0 16,1-8 0-16,5-6 0 15,2-8 0-15,0-4 0 16,0-13-1-16,0-14-14 16</inkml:trace>
  <inkml:trace contextRef="#ctx0" brushRef="#br1" timeOffset="61765.41">19059 6926 2035 0,'0'0'3'16,"0"0"0"-16,0 0-1 15,0 0-1-15,0 0-1 16,63 123 1-16,-63-31 1 15,0 11-2-15,0 4 0 16,0-3 0-16,0-7 0 16,0-13 0-16,6-9 0 15,8-14-2-15,-7-19-41 0</inkml:trace>
  <inkml:trace contextRef="#ctx0" brushRef="#br1" timeOffset="63368.23">6428 8279 1761 0,'0'0'229'0,"0"0"-226"0,0 0-2 16,-147 107 10-16,98-63-1 15,-6 6-3-15,-9 10-2 16,-13 10-2-16,-9 13-1 16,-2 19 0-16,-12 18-1 0,-6 18 0 15,-15 19-1-15,-6 14 1 16,3 9 0-16,1 19-1 15,11 13 0 1,8 15 1-16,8 11-1 0,13-1 0 16,17-3 0-16,19-5 0 15,20 2 0-15,25-5 0 16,2 1 0-16,31-1 0 16,16-7 0-16,6-2 0 15,2-7 0-15,1-7 0 16,-6-5 1-16,-6-5-1 15,-6-14 0-15,0-8 1 16,4-22 0-16,8-21-1 16,12-21 1-16,16-17-1 15,6-14 0-15,1-5 0 16,-5-10 1-16,-10-3-1 0,-17-9 0 16,-11-9 0-16,-13-10 0 15,-11-10 0-15,-10-12 0 16,-2-6 0-16,-2-2 0 15,-2 0 0-15,0-10 0 16,0-17-3-16,-2-9-4 16,0 2-31-16</inkml:trace>
  <inkml:trace contextRef="#ctx0" brushRef="#br1" timeOffset="63847.62">5689 13890 2016 0,'0'0'10'0,"0"0"-5"0,0 0-1 0,0 0 0 15,0 0-3-15,0 0 0 16,-7 121 1-16,25-61-1 15,2-4-1-15,11-6 1 16,9-11-1-16,12-3 0 16,4-9 0-16,-5 2 0 0,-2-5 0 15,-14-1 0 1,-12-1 0-16,-13 3 0 0,-10 3 0 16,0 6 0-16,-17 4 0 15,-19 6 0-15,-8 1 0 16,-6 3 0-16,0-3 2 15,0 1-2-15,4-2 0 16,-1-6 0-16,4-3 0 16,10-10 0-16,6-6 0 15,13-9 0-15,10-6 0 16,2-4 0-16,2 0 0 16,0 0 0-16,0 0 0 0,0 0 0 15,0 0 0 1,0 0 0-16,0 0 0 0,0 0-3 15,0 0-2-15,0-6-52 16</inkml:trace>
  <inkml:trace contextRef="#ctx0" brushRef="#br1" timeOffset="65259.48">9186 13405 2027 0,'0'0'7'0,"0"0"0"0,0 0-5 15,0 0-2 1,0 0 1-16,0 0-1 0,29 72 0 16,-12-10 1-16,-7 10-1 15,0 7 2-15,-8 1-2 16,-2-3 0-16,0-2 0 15,0-11 0-15,-10-6 0 16,2-9 0-16,6-15 0 16,2-14-2-16,0-16-2 15,20-4-69-15</inkml:trace>
  <inkml:trace contextRef="#ctx0" brushRef="#br1" timeOffset="65500.39">9593 13387 2024 0,'0'0'11'0,"0"0"-5"15,0 0-4-15,0 0-1 16,0 0-1-16,0 0 0 16,11 88 1-16,-7-30 1 15,-4 6-2-15,0 3 0 16,0 3 0-16,0-2 0 15,0-2 0-15,0-7 0 16,0-14 0-16,0-6 0 16,2-16-2-16,7-13-6 15</inkml:trace>
  <inkml:trace contextRef="#ctx0" brushRef="#br1" timeOffset="65911.64">10002 13391 2036 0,'0'0'4'15,"0"0"-1"-15,0 0-1 16,0 0-2-16,0 0 0 16,0 0 0-16,-33 108 2 15,27-46-2-15,-2 9 0 0,6-1 0 16,2 0 0-16,0-6 0 15,0-11 0-15,14-14 0 16,5-10 0-16,10-15 0 16,3-13 0-16,4-1 0 15,0-14 0-15,-3-20 0 16,-4-10 0-16,-4-6 0 16,-8-8 0-16,-11-2 0 15,-6-5 0-15,0 1 0 16,-10-3 0-16,-17 10 0 15,-5 7 0-15,3 13 0 16,3 14 0-16,-1 11 0 16,7 8 0-16,0 4 0 0,0 12 0 15,-2 21 0-15,-1 8 0 16,7-7-4-16,12-8-25 16</inkml:trace>
  <inkml:trace contextRef="#ctx0" brushRef="#br1" timeOffset="68216.39">15902 12494 2036 0,'0'0'4'0,"0"0"-1"0,0 0-2 15,0 0 0 1,0 0 1-16,0 0-2 16,0 0 0-16,-2 47 0 0,2 11 0 15,0 12 0 1,-5 2 0-16,-1 2 0 0,-1-3 0 16,-1-7 0-16,0-4 0 15,-1-4 0-15,1-4 0 16,2-4 0-16,2-10-2 15,4-15-7-15</inkml:trace>
  <inkml:trace contextRef="#ctx0" brushRef="#br1" timeOffset="68605.73">16273 12605 2010 0,'0'0'20'16,"0"0"-14"-16,0 0-1 15,0 0-2-15,0 0-2 16,0 0-1-16,-35-66 0 16,12 98 0-16,-9 13 2 15,6 10-2-15,3 1 0 16,13 0 0-16,10-6 0 16,0-5 0-16,8-15 0 15,17-10 0-15,8-12 0 16,5-8 0-16,7 0 0 15,-6-18 0-15,-3-13 0 16,-7 0 0-16,-14-6 0 16,-5-3 0-16,-10 0 0 15,0-4 0-15,-12 2 0 0,-15 3 0 16,-1 6 0 0,-1 9 0-16,2 10 0 0,5 10 0 15,-1 4 0-15,4 4 0 16,-2 22 0-16,8 4 0 15,8 4-2-15,5-3-3 16,0-10-55-16</inkml:trace>
  <inkml:trace contextRef="#ctx0" brushRef="#br1" timeOffset="68986.17">16838 12464 1790 0,'0'0'241'0,"0"0"-234"0,0 0-3 16,0 0-2-16,0 0-1 15,0 0-1-15,-109 43 0 16,87-7 0-16,6 2 2 16,5 0-2-16,7-4 0 15,4 0 0-15,0-7 0 16,24-8 0-16,10-7 0 15,8-12 0-15,0 0 0 16,3-2 0-16,-5-19 0 16,-5 0 0-16,-6-3 0 0,-8-4 0 15,-13-2 0-15,-8 0 0 16,0-2 0-16,-6 0 0 16,-17 1 0-16,-6 9 0 15,0 8 0-15,-4 14 0 16,-1 0 0-16,1 13 0 15,4 19-2-15,4 4 2 16,10 0-1-16,8-2-6 16</inkml:trace>
  <inkml:trace contextRef="#ctx0" brushRef="#br1" timeOffset="69632.52">17277 12294 2031 0,'0'0'7'15,"0"0"-2"-15,0 0-4 16,0 0 0-16,0 0-1 16,0 0 0-16,-13 60 2 15,13-6-2-15,0 4 0 16,0 3 0-16,0-4 0 15,0 2 0-15,6-7 0 16,1-6 0-16,-3-9 0 16,0-12 0-16,-1-10 0 15,0-8 0-15,-1-7 0 0,-2 0-2 16,0 0 2-16,0-22-2 16,0-10-1-16,0-10 2 15,-5-6 1-15,-2-14 1 16,3-13-1-16,4-7 1 15,0-10 1-15,0-2-2 16,20 9 1-16,7 16-1 16,6 16 1-16,1 23-1 15,1 19 0-15,3 11 0 16,-7 5 0-16,-4 30 0 16,-7 11 2-16,-13 4-2 15,-7 4 0-15,0-2 0 0,-13-6 0 16,-16-2 0-1,-8-6 0-15,-6-2 0 0,0-6 0 16,3-10 0-16,13-7 0 16,14-12 0-16,13-1 0 15,0 0 0-15,0-14 0 16,6-4 0-16,19 0 0 16,6 6 0-16,0 12 0 15,3 0 0-15,-3 8 0 16,-2 19 0-16,0 5 0 15,-2 2 0-15,-3 0 0 16,-2 0 0-16,1-6 0 16,-5-3 0-16,1-11-3 0,2-7-9 15</inkml:trace>
  <inkml:trace contextRef="#ctx0" brushRef="#br1" timeOffset="69990.25">18043 12240 2025 0,'0'0'11'0,"0"0"-5"0,0 0-4 0,-62-108-1 0,40 104 1 16,-8 4-2-16,-1 8 0 16,-2 20 0-16,2 10 0 0,8 4 0 15,15 0 0 1,8 0 0-16,0-6 0 0,22-6 0 15,20-6 0-15,8-3 0 16,1-7 0-16,0-1 0 16,-8-1 0-16,-10 3 0 15,-9 0 0-15,-6 5 0 16,-9 3 0-16,-9-2 0 16,0 6 0-16,-16-1 0 15,-19-2 0-15,-8-2 0 16,-8-4 0-16,-2-4 0 15,-5-6 0-15,0 0 0 16,6-5 0-16,6 0 0 16,6-3-5-16</inkml:trace>
  <inkml:trace contextRef="#ctx0" brushRef="#br1" timeOffset="71754.5">7237 10375 1928 0,'0'0'22'0,"0"0"-3"0,-127 0 4 0,87 4-10 16,7 4-2-16,2 2-3 16,-2 6-5-16,-5 10 0 15,-1 10-1-15,-5 14-1 16,-7 15 1-16,-5 13-1 15,-9 11-1-15,-4 8 2 16,3 6-1-16,-2 1-1 16,9 4 1-16,1 4-1 15,4 10 0-15,5 15 0 16,7 1 0-16,11 3 1 16,8-5-1-16,14-9 0 0,9-3 1 15,0-2-1 1,11-2 0-16,20 1 1 0,7-1-1 15,5 0 1-15,3-1-1 16,1 0 0-16,0 2 0 16,-2 0 0-16,-3-1 0 15,-5-6 0-15,0-1 0 16,1-9 0-16,1-4 1 16,6-4-1-16,3-8 0 15,0-1 0-15,-2-5 0 16,2 0 0-16,-4-2 0 15,-1 1 0-15,-8-5 0 0,-6 3 0 16,-2-2 0 0,-10 7 0-16,2 7 0 0,-6-1 0 15,1-2 0-15,-4-4 0 16,1-12 0-16,1-1 0 16,-4-3 0-16,-1-1 0 15,-3-4 0-15,1-5 0 16,-5-1 0-16,0-7 0 15,0 1 0-15,0 3 0 16,-5 1 0-16,-8-1 0 16,-7-4 0-16,1-7 0 15,2-7 0-15,5-18 0 16,4-4 0-16,6-10 0 16,2-1 0-16,0-3 0 15,0 6 0-15,-4 3 0 0,1-4 0 16,-1 4 0-1,2-5 0-15,0-4 0 0,2 0 0 16,0 0 0-16,0 0-2 16,0-22-3-16,0-5-43 15</inkml:trace>
  <inkml:trace contextRef="#ctx0" brushRef="#br1" timeOffset="72180.52">6876 15759 1494 0,'0'0'526'0,"0"0"-518"0,0 0-7 15,0 0 5-15,0 0-2 16,0 0-2-16,25 74-1 15,-7-48 0-15,-2 7-1 16,8-2 1-16,-2 0-1 16,-2 1 0-16,0-6 0 15,-4-2 0-15,-1-8 1 16,-1-6-1-16,1-6 0 16,8-4 0-16,8-14 0 0,11-25 0 15,5-2 0-15,4-13 0 16,-4 5 0-16,-5 1 0 15,-6 8 0-15,-5 8 0 16,-11 14 0-16,-6 3 0 16,-7 11 0-16,-7 1 0 15,0 3 0-15,0 0 0 16,0 0 0-16,0 0 0 16,0 0-1-16,0 0-5 15,0 0-57-15</inkml:trace>
  <inkml:trace contextRef="#ctx0" brushRef="#br1" timeOffset="75894.85">9429 15306 2022 0,'0'0'10'0,"0"0"-9"0,0 0 0 16,0 0 2-16,0 0 0 0,39 156-2 15,-35-95 0 1,-4 0 0-16,0 0 0 0,0-5-1 15,0-3 0-15,-2-3 0 16,-7-2 0-16,0-8 0 16,5-1 0-16,1-12 0 15,3-8-3-15,0-15-14 16</inkml:trace>
  <inkml:trace contextRef="#ctx0" brushRef="#br1" timeOffset="76150.74">9782 15263 2023 0,'0'0'11'0,"0"0"-6"16,0 0-2-16,0 0-1 16,0 0-1-16,0 0-1 15,11-1 0-15,-5 49 0 16,-1 12 0-16,0 6 0 15,-3 0 0-15,0 3 2 16,0-3-2-16,-2-4 0 16,0-5 0-16,0-7 0 15,0-4-2-15,0-15 1 16,0-15-13-16</inkml:trace>
  <inkml:trace contextRef="#ctx0" brushRef="#br1" timeOffset="76555.88">10100 15272 2025 0,'0'0'10'16,"0"0"-5"-16,0 0-2 16,0 0-2-16,0 0-1 15,0 0 0-15,-8 69 0 16,5-20 1-16,3 7-1 15,0 0 0-15,0-1 2 16,0-10-2-16,5-4 0 0,8-7 0 16,7-12 0-1,2-9 0-15,0-13 0 0,7 0 0 16,-3-3 0-16,2-27 0 16,-1-6 0-16,-7-5 0 15,-9 0 0-15,-9-8 0 16,-2-1 0-16,0 2 0 15,-2 2 0-15,-14 4 0 16,-1 9 0-16,-2 10 0 16,2 7 0-16,-3 8 0 15,7 5 0-15,-1 3 0 16,-1 0 0-16,1 0 0 16,-1 25-2-16,-1 5 0 15,5-8-20-15</inkml:trace>
  <inkml:trace contextRef="#ctx0" brushRef="#br1" timeOffset="77550.52">16038 14252 2025 0,'0'0'9'0,"0"0"-3"0,0 0-3 16,0 0-2-16,0 0 0 15,0 0-1-15,13-3 0 16,-1 43 0-16,-3 14 0 15,-3 5 2-15,-6-2-2 0,0 4 0 16,0-5 0 0,0 1 0-16,0-7 0 0,0-3 0 15,0-5 0-15,-6-2 0 16,1-5 0-16,3-14 0 16,2-8-3-16,0-13-20 15</inkml:trace>
  <inkml:trace contextRef="#ctx0" brushRef="#br1" timeOffset="78144.56">16524 14181 2006 0,'0'0'23'0,"0"0"-16"16,0 0-4-16,0 0-1 15,0 0-2-15,0 0 1 16,-16 58 0-16,-3-39-1 16,-4-2 1-16,-2-5-1 15,0-2 0-15,3-8 0 16,5-2 0-16,8 0 0 16,5-12 0-16,4-14 0 15,0-2 0-15,24-4 0 16,4 3 0-16,4 4 0 15,1 5 0-15,-6 8 0 16,-2 4 0-16,-3 8 0 0,-2 0 0 16,-2 8 0-16,-3 20 0 15,-3 6 0-15,-8 10 0 16,-2 1 1-16,-2 4-1 16,0 1 0-16,-2-1 0 15,-21-1 0-15,-5-2 0 16,-10-1 0-16,-4-2 0 15,-3-3 0-15,3-8 0 16,6-10 0-16,10-14 0 16,10-8 0-16,7 0 0 15,5-18 0-15,4-16 0 16,4-6 0-16,21 0 0 16,6 2 0-16,4 9 0 0,-4 7 0 15,-2 13 0-15,1 7 0 16,-6 2 0-16,0 0 0 15,3 16 0-15,-5 5 0 16,1 0 0-16,-4-4 0 16,2 0 0-16,-3-5 0 15,-3-8-2-15,1-4-20 16</inkml:trace>
  <inkml:trace contextRef="#ctx0" brushRef="#br1" timeOffset="78392.45">16996 14072 2022 0,'0'0'13'0,"0"0"-6"0,0 0-5 16,0 0-1-16,0 0-1 16,0 0 0-16,0 11 0 15,0 33 2-15,0 7-2 16,2 6 0-16,-2-1 0 15,3-1 0-15,-3-5 0 16,0-5 0-16,0-4 0 16,0-7 0-16,-9-7 0 15,0-10-2-15,4-3-6 16</inkml:trace>
  <inkml:trace contextRef="#ctx0" brushRef="#br1" timeOffset="79043.87">17441 13900 2028 0,'0'0'9'16,"0"0"-5"-16,0 0-3 15,0 0 0-15,0 0 0 16,0 133 0-16,0-79-1 15,0 4 2-15,0 2-2 16,-4-4 0-16,2-2 0 0,2-10 0 16,0-7 0-16,0-14 0 15,0-10 0-15,0-8 0 16,0-5 0-16,0 0 0 16,0 0 0-16,0-19 0 15,0-12-2-15,-9-1 2 16,-7-15 0-16,3-9 0 15,5-9 0-15,5-8 0 16,3-2 0-16,3 4 0 16,26 7 0-16,8 6 0 15,5 9 0-15,3 18 0 16,-5 11 0-16,-4 15 0 16,-7 5 0-16,-5 19 0 15,-5 15 0-15,-11 11 0 16,-6 0 0-16,-2 1 2 0,0 2-2 15,-20-5 0-15,-7-3 0 16,-6 0 0-16,-3-10 0 16,-6 0 0-16,2-10 0 15,6-8 0-15,13-6 0 16,9-6 0-16,10 0 0 16,2 0 0-16,0-18 0 15,22-2 0-15,9 6 0 16,3 4 0-16,-1 10 0 15,-2 0 0-15,-4 4 0 16,-2 19 0-16,-4 2 0 16,2 2 0-16,-5-4 0 0,-3-1 0 15,1-4 0-15,2-6 0 16,0-6 0-16,2-6-3 16,4 0-11-16</inkml:trace>
  <inkml:trace contextRef="#ctx0" brushRef="#br1" timeOffset="79404.55">18097 13877 1988 0,'0'0'40'0,"9"-111"-32"16,-7 75-2-16,-2 18-4 16,0 9-1-16,0 9 1 15,-11 0-2-15,-14 23 0 0,-6 11 0 16,2 0 0-16,11 6 0 15,12-4 0-15,6 0 0 16,0-3 0-16,13-8 0 16,16 0 0-16,7-7 0 15,-1-3 0-15,1 0 0 16,-7-4 0-16,-2 2 0 16,-5-2 0-16,-6 4 0 15,-8 0 0-15,-3 4 0 16,-5 1 0-16,0 0 0 15,-16 4 0-15,-13-4 0 16,-4 0 0-16,-3 0 0 0,-4-4 0 16,0-2 0-16,0-4 0 15,-2 2 0-15,6-10-2 16,-2-2-10-16</inkml:trace>
  <inkml:trace contextRef="#ctx0" brushRef="#br0" timeOffset="82682.53">10958 13489 2033 0,'0'0'3'0,"0"0"0"16,0 0 1-16,0 0-3 15,0 0 0-15,0 0-1 16,0 0 0-16,-45 54 0 16,45-4 0-16,0-7 0 15,0-11 2-15,21-13-2 16,18-12 0-16,19-7 0 0,25-26 0 16,17-33 0-16,12-13 0 15,0-6 0-15,-6-3 0 16,-10 10 0-16,-18 11 0 15,-21 17 0-15,-18 19 0 16,-20 10 0-16,-9 10 0 16,-10 4 0-16,0-2 0 15,0 2 0-15,0 0 0 16,-2 29 0-16,-23 15 0 16,-8 16 0-16,-12 4-3 15,-15 0-10-15</inkml:trace>
  <inkml:trace contextRef="#ctx0" brushRef="#br0" timeOffset="83077.75">10609 15061 1723 0,'0'0'319'0,"0"0"-318"0,0 0-1 15,0 121 2-15,8-81 0 0,10-8-2 16,4-2 0 0,14-12 0-16,22-18 0 0,28-16 0 15,35-43 0-15,27-22 0 16,14-22 0-16,0-5 0 15,-4 6 0-15,-19 17 0 16,-30 14 0-16,-25 27 0 16,-30 13 0-16,-27 18 0 15,-18 8 0-15,-9 5 0 16,0 0 0-16,0 0 0 16,0 0 0-16,0 0 0 15,-11 0 0-15,-5 7-2 16,-4 2-2-16,-6 1-50 15</inkml:trace>
  <inkml:trace contextRef="#ctx0" brushRef="#br0" timeOffset="83966.54">18777 11731 2023 0,'0'0'6'0,"0"0"-5"0,0 0-1 16,0 0 5-16,0 0-1 15,0 130-2-15,2-104 0 16,6-4-2-16,6-5 1 16,12-4 0-16,19-9-1 15,28-4 0-15,23-4 2 16,20-30-2-16,11-10 0 15,0-6 0-15,-2-4 0 0,-11 4 0 16,-19 7 0-16,-23 12 0 16,-25 6 0-16,-23 11 0 15,-11 7 0-15,-8 7 0 16,-5 0 0-16,0 0 0 16,0 7 0-16,-10 25 0 15,-20 14 0-15,-24 8 0 16,-19 11-2-16,-16 8-4 15,-16 6-498-15</inkml:trace>
  <inkml:trace contextRef="#ctx0" brushRef="#br0" timeOffset="84431.43">18837 13399 2037 0,'0'0'5'0,"0"0"-5"0,0 0 0 16,0 0 1-16,0 0 0 0,-65 116 0 15,61-66-1 1,4 3 0-16,0-3 2 0,0-6-2 16,0-9 0-16,26-6 0 15,21-15 0-15,24-13 0 16,23-1 0-16,26-35 0 16,13-18 0-16,13-9 0 15,1-4 0-15,-4 2 0 16,-14 2 0-16,-15 6 0 15,-28 8 0-15,-26 10 0 16,-21 15 0-16,-22 10 0 16,-13 11 0-16,-4 2 0 0,0 0 0 15,0 0 0 1,-8 0 0-16,-17 9 0 0,-15 10 0 16,-9-4-2-16,-14-5-6 15</inkml:trace>
  <inkml:trace contextRef="#ctx0" brushRef="#br0" timeOffset="88846.69">16364 11812 2002 0,'0'0'23'0,"0"0"-22"0,0 0 1 15,0 137 4-15,0-89-2 16,0-6-1-16,9-6-2 16,10-9 0-16,18-15 0 15,20-12 0-15,39-27-1 16,46-46 2-16,43-27-2 16,40-30 0-16,20-8 0 15,10 10 0-15,-10 10 0 16,-25 19 0-16,-30 23 0 15,-45 15 0-15,-41 16 0 16,-33 15 0-16,-32 14 0 16,-20 7 0-16,-9 2 0 15,-8 5 0-15,-2-2 0 0,0 1 0 16,0 2 0-16,0 1 0 16,0 0 0-16,-8 6 0 15,-18 16 0-15,-14 8 0 16,-11 6 0-16,-11 5 0 15,-12-2-8-15,-14-4-261 16</inkml:trace>
  <inkml:trace contextRef="#ctx0" brushRef="#br0" timeOffset="92266.48">17626 13289 1971 0,'0'0'56'0,"0"0"-53"0,0 0-2 16,0 0-1-16,-2 106 3 16,-2-70-2-16,4-2 0 15,0-2 1-15,0-8-2 16,12-6 1-16,3-4 0 16,2-8 0-16,6-6 0 15,15 0 0-15,17-18 0 16,32-34 0-16,25-28-1 15,21-24 0-15,15-11 2 16,12 1-2-16,3 8 0 16,-3 18 0-16,-12 9 0 0,-24 19 0 15,-28 14 0 1,-27 14 0-16,-25 12 0 0,-19 10 0 16,-11 3 0-16,-8 4 0 15,-2 0 0-15,-1 3 0 16,-3 0 0-16,0 0 0 15,0 0 0-15,0 0 0 16,0 0 0-16,-11 17 0 16,-14 9 0-16,-10 12 0 15,-4 4-2-15,-3-2-10 16</inkml:trace>
  <inkml:trace contextRef="#ctx0" brushRef="#br0" timeOffset="94337.56">18999 11321 2021 0,'0'0'16'0,"0"0"-16"0,0 0 0 16,0 0 0-16,0 0 3 16,160-21-1-16,-25 13 0 15,40-5-1-15,35 2-1 16,33 0 0-16,27 7 2 15,-2 4-2-15,-13 9 0 16,-32 30 0-16,-51 22 0 16,-53 21 0-16,-49 21 0 15,-49 21 0-15,-21 8 0 16,-33 8 0-16,-34 0 0 16,-22 3 0-16,-15 3 0 15,-14-2 0-15,-18-2 0 0,-9-9 0 16,-9-2 0-1,-6-3 0-15,6-4 0 0,11-7 0 16,17-13 0-16,26-20 0 16,23-17 0-16,29-17 0 15,19-14 0-15,15-16 0 16,12-10 0-16,2-10 0 16,0 0 0-16,0 0 0 15,18-12 0-15,1-11 0 16,4-2 0-16,4-8-3 15,2-11-8-15</inkml:trace>
  <inkml:trace contextRef="#ctx0" brushRef="#br0" timeOffset="95206.6">22272 11031 2019 0,'0'0'8'0,"0"0"-4"0,0 0-2 0,0 0 0 16,0 0-1-16,0 0 0 15,0 0 0-15,7 22 0 16,-25-4 0-16,-11 0 0 15,-6-2 0-15,-5-3-1 16,-1-6 0-16,8-7 0 16,10 0 1-16,10 0-1 15,11-14 0-15,2-13 1 16,15-4 0-16,24-3-1 16,5 5 0-16,3 7 0 15,-3 8 0-15,-6 9 0 0,-3 5 0 16,-5 0 0-16,-6 26 0 15,-6 14 0-15,-13 12 0 16,-5 9 2-16,-11 6-2 16,-22 3 0-16,-12-2 0 15,-7 2 0-15,-8 5 0 16,-7-3 0-16,0-8 0 16,7-14 0-16,18-20 0 15,15-20 0-15,17-10 0 16,10-17 0-16,0-27 0 15,31-15 0-15,13-5 0 16,10 2 0-16,6 12 0 16,2 14 0-16,-4 11 0 15,-7 15 0-15,-4 10 0 16,-5 0 0-16,-4 2 0 0,-7 18 0 16,-4-1 0-16,-5 0 0 15,-9 0 0-15,-4-5 0 16,-6-4-3-16,-3-6-26 15</inkml:trace>
  <inkml:trace contextRef="#ctx0" brushRef="#br0" timeOffset="95440.63">22684 10908 2032 0,'0'0'6'0,"0"0"-2"0,0 0-1 0,0 0-3 15,0 0 2-15,0 0-2 16,43-42 0-16,-39 75 0 16,-4 12 0-16,0 8 0 15,0 3 0-15,0 6 0 16,-6-1 0-16,-7-2 0 16,1-2 0-16,1-12 0 15,2-6 0-15,2-15-6 16</inkml:trace>
  <inkml:trace contextRef="#ctx0" brushRef="#br0" timeOffset="96040.2">23088 10706 2031 0,'0'0'3'16,"0"0"3"-16,0 0-4 15,0 0-2-15,0 0 1 16,0 0 0-16,25 154 0 16,-23-97-1-16,-2 1 0 15,0-2 0-15,0-3 0 16,0-5 0-16,0-5 0 16,0-13 0-16,0-9 0 15,0-12 0-15,0-9 0 0,0 0 0 16,-2-13 0-1,-10-18 0-15,1-9 0 0,3-10 0 16,0-8 0-16,6-7 0 16,2-5 0-16,10 1 0 15,23 0 0-15,13 12 0 16,10 10 0-16,9 10 0 16,-5 11 2-16,-2 13-2 15,-7 9 0-15,-11 4 0 16,-9 11 0-16,-16 21 0 15,-12 11 0-15,-3-2 0 16,-18 2 0-16,-27 0 0 16,-12-2 0-16,-10 3 0 15,0-6 0-15,11-7 0 0,20-13 0 16,19-13 0-16,8-3 0 16,9-2 0-16,0 0 0 15,7 0 0-15,22 0 0 16,10-6 0-16,4 6 0 15,-6 0 0-15,2 3 0 16,-3 15 0-16,-1 0 0 16,-2 3 0-16,-4 0 0 15,-2-3 0-15,0 0 0 16,11-8 0-16,4-10-3 16,7 0-27-16</inkml:trace>
  <inkml:trace contextRef="#ctx0" brushRef="#br0" timeOffset="96376.5">24008 10578 1988 0,'0'0'38'0,"0"0"-30"0,0 0-3 16,-29-109-1-16,20 109-3 16,-9 0 0-16,-8 14-1 15,-10 16 0-15,0 7 0 16,8 3 2-16,11-4-2 15,15 0 0-15,2-2 0 16,19-4 0-16,27-5 0 16,12 0 0-16,6-2 0 15,1-4 0-15,-9 2 0 0,-11-4 0 16,-14-1 0-16,-14-1 0 16,-15-3 0-16,-2 1 0 15,-12 6 0-15,-34 3 0 16,-14 1 0-16,-9 4 0 15,-6-5 0-15,-1 1 0 16,6 0 0-16,6 3 0 16,9-4 0-16,-1-2-99 15</inkml:trace>
  <inkml:trace contextRef="#ctx0" brushRef="#br0" timeOffset="98176.56">19115 14798 2007 0,'0'0'14'0,"0"0"-10"0,0 0-1 16,0 0 3-16,0 0-2 15,0 0-2-15,56 61-1 0,-56-33 0 16,-19-2 0-16,-9 2-1 16,-5-3 1-16,-7-6-1 15,1-9 0-15,4-8 0 16,6-2 0-16,9-8 0 15,14-26 0-15,6-8 0 16,2-3 1-16,27-2-1 16,6 6 0-16,1 13 0 15,-1 6 0-15,-6 8 0 16,0 12 0-16,-6 2 0 16,-4 13 0-16,-2 17 2 15,-9 15-2-15,-6 10 0 0,-2 4 0 16,0 4 0-1,-20-3 0-15,-8-6 0 0,-10 0 0 16,-5-2 0-16,-10-3 0 16,-6-6 0-16,-1-4 0 15,0-13 0-15,12-8 0 16,8-13 0-16,11-5 0 16,15 0 0-16,12-23 0 15,2-9 0-15,20-2 0 16,20 6 0-16,4 9 0 15,1 6 0-15,-1 10 0 16,-1 3 0-16,-5 0 0 16,-3 16 0-16,-6 4 0 15,-2 3 0-15,0 1 0 16,-2-1 0-16,-1-8 0 0,2-3 0 16,-1-10-2-16,-2-2-11 15</inkml:trace>
  <inkml:trace contextRef="#ctx0" brushRef="#br0" timeOffset="98394.52">19529 14520 2039 0,'0'0'4'0,"0"0"-2"0,0 0 0 0,0 0-2 15,0 0 0 1,0 0 0-16,0 114 0 0,0-36 0 15,0 7 0-15,0 1 0 16,0-3 0-16,0-6 0 16,0-9 0-16,-6-6 0 15,-7-3 0-15,-10-7-8 16</inkml:trace>
  <inkml:trace contextRef="#ctx0" brushRef="#br0" timeOffset="98724.01">17783 16164 2018 0,'0'0'15'0,"0"0"-13"15,0 0 3-15,0 0-1 16,144 50-3-16,-25-85 1 15,21-15-2-15,27-9 0 16,24-7 0-16,19-2 0 16,17 1 0-16,-11 0 0 15,-11 6 0-15,-24 11 0 16,-32 6 0-16,-40 12 0 16,-35 14 0-16,-41 8 0 15,-26 10 0-15,-7 0 0 0,-29 15 0 16,-23 20 0-1,-19 5 0-15,-8 4-5 0,-18 6-83 16</inkml:trace>
  <inkml:trace contextRef="#ctx0" brushRef="#br0" timeOffset="98979.67">18885 16218 2027 0,'0'0'9'0,"0"0"-8"16,19 106 4-16,-19-33-4 0,0 11 0 16,0 2 0-16,-3-2-1 15,-3-9 0-15,4-8 0 16,0-8 0-16,2-9 0 15,0-6 0-15,0-22-1 16,10-14-59-16</inkml:trace>
  <inkml:trace contextRef="#ctx0" brushRef="#br0" timeOffset="99578.78">19373 16254 2036 0,'0'0'4'16,"0"0"-2"-16,0 0 1 16,0 0-3-16,0 0 2 15,0 0-2-15,-93 39 0 16,76 11 0-16,-2 8 0 16,9 0 0-16,4-5 0 15,6-11 0-15,0-13 0 16,16-14 0-16,13-12 0 15,5-3 0-15,-1-14 0 16,0-17 0-16,-4-8 0 16,-4-11 0-16,-2-2 0 15,-6-7 0-15,1 5 0 0,5 4 0 16,-4 10 0 0,6 14 0-16,-7 8 0 0,-3 10 0 15,3 8 0-15,-5 0 0 16,3 13 0-16,0 6 0 15,-6 12 0-15,2-10 0 16,-1 6 0-16,3-4 0 16,1 0 0-16,3-7 0 15,4-2 0-15,0-13 0 16,5-1 0-16,-2 0 0 0,4-1 0 16,-4-22 0-1,0-3 0-15,-2-1 0 0,-5-10 0 16,-7 3 0-16,-11-2 0 15,0 3 0-15,-7 12 0 16,-24 7 0-16,-14 14 0 16,-17 2 0-16,-9 29 0 15,2 0 0-15,7-1 0 16,10 3 0-16,12-8 0 16,13-6 0-16,8-6 0 15,14-5 0-15,5-8 0 16,0 0-3-16,29-21-84 15</inkml:trace>
  <inkml:trace contextRef="#ctx0" brushRef="#br0" timeOffset="99834.52">20668 14991 2034 0,'0'0'7'0,"0"0"-5"0,0 0 0 0,0 0 0 0,0 0-2 16,0 0 0-16,-44-37 0 15,15 87 0-15,-9 11 0 16,-3 11 0-16,-1 9 0 16,3-1 0-16,-2-4 0 0,7-9 0 15,5-8 0 1,8-12 0-16,9-15 0 0,6-18-9 15</inkml:trace>
  <inkml:trace contextRef="#ctx0" brushRef="#br0" timeOffset="100045.67">20192 15077 2039 0,'0'0'3'0,"0"0"-1"16,0 0-1-16,0 0 1 15,0 0-2-15,0 0 0 16,153 82 0-16,-113-42 0 16,2 1 0-16,1-5 0 15,1 4 0-15,1-8 0 0,-1-1 0 16,-7-14 0-16,-5-9 0 16,-1-8-5-16</inkml:trace>
  <inkml:trace contextRef="#ctx0" brushRef="#br0" timeOffset="100255.58">20862 14801 2029 0,'0'0'10'0,"0"0"-7"16,0 0-1-16,0 0 1 16,0 0-3-16,0 0 0 15,11-29 0-15,-6 91 0 0,-3 13 0 16,-2 1 0-16,0-3 0 15,0-2 0-15,-9-1 0 16,5-7 0-16,4-9 0 16,0-14 0-16,0-17-28 15</inkml:trace>
  <inkml:trace contextRef="#ctx0" brushRef="#br0" timeOffset="100802.78">21205 14748 2035 0,'0'0'5'0,"0"0"-1"0,0 0-3 15,0 0 1-15,0 0-2 16,0 0 0-16,-74 70 0 16,63-14 0-16,5 1 0 15,6-7 0-15,0-6 0 16,0-8 0-16,0-10 0 15,13-11 0-15,7-12 0 16,0-3 0-16,0 0 0 16,1-16 0-16,-4-12 0 15,-1-12-2-15,-3-10 2 16,3-10 0-16,-1-4 0 16,8 1 0-16,3 12 0 15,-1 16 0-15,-3 20 0 16,-8 11 0-16,-4 4 0 0,-1 11 2 15,-1 20-2-15,-4 6 0 16,2 3 0-16,-2-1 0 16,8-5 0-16,8-12 0 15,2-6 0-15,10-9 0 16,5-7 0-16,6-1 0 16,1-26 0-16,0-10 0 15,-7-7 0-15,-16-5 0 16,-11-1 0-16,-10 2 0 15,0 6 0-15,-27 8 0 16,-4 10 0-16,-10 5 0 16,-5 14 0-16,1 5 0 15,3 0 0-15,4 5 0 0,9 18 0 16,6 2 0-16,11 2 0 16,7-3-2-16,5-6-15 15</inkml:trace>
  <inkml:trace contextRef="#ctx0" brushRef="#br0" timeOffset="101018.4">22303 14258 2030 0,'0'0'7'0,"0"0"-4"0,0 0 0 15,137-73-2-15,-93 53 0 16,3 0-1-16,-5 2 0 16,-9 5 0-16,-10 4-1 15,-10 6-3-15,-13 3-203 16</inkml:trace>
  <inkml:trace contextRef="#ctx0" brushRef="#br0" timeOffset="101190.67">22319 14499 2039 0,'0'0'1'15,"0"0"2"-15,128-52-2 0,-76 28-1 16,2-2 0-16,-5 2 0 16,-7-8 0-16,1 2 0 15,-5-2 0-15,1-8-30 16</inkml:trace>
  <inkml:trace contextRef="#ctx0" brushRef="#br0" timeOffset="101739.73">23284 13784 2011 0,'0'0'14'0,"0"0"-11"15,0 0 2-15,0 0 0 16,0 0-1-16,0 0-3 16,-100 63 0-16,66-54-1 15,1-7 0-15,4-2 0 16,9 0 0-16,13-8 0 16,7-18 1-16,4-8-1 15,25-4 0-15,11-2 0 16,5 4 0-16,-1 7 0 15,2 14 0-15,-7 9 0 16,-3 6 2-16,-7 1-2 16,-7 31 0-16,-9 12 0 15,-6 13 0-15,-7 1 0 0,0 2 0 16,-7 2 0-16,-26 2 0 16,-11 4 0-16,-16 1 0 15,-7 1 0-15,-5-6 0 16,5-14 0-16,12-11 0 15,15-20 0-15,15-16 0 16,19-3 0-16,6-22 0 16,8-19 0-16,28-3 0 15,9-4 0-15,9 6 0 16,-1 12 0-16,2 12 0 0,-13 12 0 16,-10 6 0-1,-10 6 0-15,-4 12 0 0,-1 4 0 16,6-2 0-16,-1-5 0 15,7-4 0-15,-4-5 0 16,-1-6-3-16,1 0-40 16</inkml:trace>
  <inkml:trace contextRef="#ctx0" brushRef="#br0" timeOffset="101986.44">23609 13673 2014 0,'0'0'18'0,"49"-182"-11"0,-20 120-3 16,-4 22-2-16,-9 22 0 16,-6 18-2-16,-3 6 0 0,-1 38 0 15,-3 14 0-15,0 12 0 16,-3 3 0-16,0-4 0 16,0 2 0-16,0-5 0 15,0-5 0-15,0-6 0 16,0-6 0-16,0-8 0 15,0-10 0-15,0-7 0 16,0-12-2-16,0-12-13 16</inkml:trace>
  <inkml:trace contextRef="#ctx0" brushRef="#br0" timeOffset="102256.03">24293 12997 2028 0,'0'0'10'0,"0"0"-6"16,0 0-1-16,0 0-1 15,0 0-2-15,0 0 0 16,56-25 0-16,-56 83 0 16,-2 18 0-16,-16 12 0 15,-1 11 0-15,2-3 0 16,-3-6 0-16,0-8 0 15,-2-10 0-15,4-9 0 16,3-12 0-16,1-12 0 16,7-15 0-16,5-10 0 15,2-14-6-15</inkml:trace>
  <inkml:trace contextRef="#ctx0" brushRef="#br0" timeOffset="102573.5">23950 12828 2029 0,'0'0'5'0,"0"0"-4"0,0 0 3 16,0 0-1-16,-53 116-3 15,26-84 1-15,-9-8-1 16,-1-6 1-16,1-6-1 15,5-12 0-15,6 0 1 16,7-4-1-16,9-20 0 16,9-4 0-16,0-2 0 15,0 2 0-15,23 6 0 16,-2 6 0-16,6 7 0 16,4 9 0-16,5 0 0 15,5 22 0-15,3 15-2 16,5 3-116-16</inkml:trace>
  <inkml:trace contextRef="#ctx0" brushRef="#br0" timeOffset="102924.84">24624 13458 2035 0,'0'0'6'16,"0"0"-4"-16,0 0 0 15,0 0-2-15,0 0 2 16,66 101-2-16,-66-64 0 16,0 0 0-16,-7 2 0 0,-17-3 0 15,-7-5 0 1,-7-8 0-16,-7-11 0 0,-1-10 0 15,3-2 0-15,7-6 0 16,14-20 0-16,9-10 0 16,10-4 0-16,3-5 0 15,0 1 0-15,20 2 0 16,7-2 0-16,4 2 0 16,8 2-2-16,0 1-15 15</inkml:trace>
  <inkml:trace contextRef="#ctx0" brushRef="#br0" timeOffset="103396.54">24295 12220 2018 0,'-166'-54'12'0,"-6"20"-6"16,0 17 0-16,3 17-4 15,7 29-1-15,6 45 1 16,10 38-2-16,15 44 0 16,9 41 0-16,6 52 0 15,6 35 0-15,14 23 0 16,23 4 0-16,30-31 0 16,37-39 0-16,10-43 0 15,58-39 0-15,30-47 0 0,26-35 0 16,21-41 0-16,12-36 0 15,14-19 0-15,7-48 0 16,5-23 0-16,10-11 0 16,6-7 0-16,5-3 0 15,5-1 0-15,-12-9 0 16,-22-16 0-16,-39-24 0 16,-46-23 0-16,-51-37 0 15,-33-30 0-15,-60-17 0 16,-69-10 0-16,-49 9 0 15,-49 30 0-15,-29 51 0 16,-20 63 0-16,-13 77 0 0,7 50 0 16,6 73 0-16,28 40 0 15,36 13 0-15,46-3-19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13:32.07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008B"/>
    </inkml:brush>
  </inkml:definitions>
  <inkml:trace contextRef="#ctx0" brushRef="#br0">551 3209 1948 0,'0'0'69'0,"0"0"-65"0,0 0 0 16,-116 85 0-16,98-47 0 15,7 15-2-15,0 14 1 0,2 16-2 16,5 1 1 0,4-8-1-16,0-18-1 0,19-22 1 15,21-21 0-15,28-15-1 16,23-38 1-16,34-51-1 15,35-33 2-15,23-29-2 16,21-13 0-16,22-6 0 16,10-5 0-16,-3 9 0 15,-20 21 0-15,-39 25 0 16,-49 36 0-16,-44 30 0 16,-33 26 0-16,-33 18 0 15,-15 10 0-15,0 0 0 16,0 12 0-16,-19 8 0 15,-7 6 0-15,-11 18 0 0,-19 24 0 16,-18 20-2-16,-22 15-1 16,-17-1-74-16</inkml:trace>
  <inkml:trace contextRef="#ctx0" brushRef="#br0" timeOffset="388.95">152 4175 2024 0,'0'0'1'0,"-18"123"0"15,18-70 0-15,22-15 5 0,19-8-2 16,16-17-1-16,22-13-1 15,27-27-1-15,39-49 0 16,38-38 0-16,32-35-1 16,23-31 0-16,20-11 0 15,7-6 2-15,-2 1-2 16,-12 21 0-16,-32 19 0 16,-39 29 0-16,-37 27 0 15,-37 23 0-15,-31 23 0 16,-29 18 0-16,-19 17 0 0,-16 12 0 15,-8 7 0-15,-1 0 0 16,4 0 0-16,3 9 0 16,5 15-2-16,-3 11 0 15,-11 7-8-15</inkml:trace>
  <inkml:trace contextRef="#ctx0" brushRef="#br0" timeOffset="88201.98">10603 5181 1955 0,'0'0'5'0,"0"0"1"0,0 0-4 16,0 0 12-16,0 0 3 16,0 0-10-16,0 0-3 0,0 0-1 15,6-14 1 1,29 13 0-16,23-2 0 0,25 1-2 15,32 0 2-15,32-2-3 16,36 2 1-16,33 0-1 16,34 0-1-16,17 2 1 15,25 0-1-15,11 0 0 16,9 0 1-16,0 0-1 16,-27 8 0-16,-26 2 0 15,-38-1 0-15,-28 0 0 16,-28-1 0-16,-27-2 0 15,-24 1 0-15,-25-6 0 0,-18 1 0 16,-9 0 0 0,-10-2 0-16,-8 0 0 0,-11 2 0 15,-14 1 0-15,-9-3 0 16,-10 0 0-16,0 0-1 16,-22 4 0-16,-22-2-2 15,-12 2-8-15,-16-2-22 16,-10-2-1055-16</inkml:trace>
  <inkml:trace contextRef="#ctx0" brushRef="#br0" timeOffset="88747.6">10613 5304 1958 0,'0'0'14'0,"0"0"-13"16,0 0 2-16,0 0 10 0,0 0 1 16,113 12 1-1,-24-12-7-15,21 0-7 0,23 0 2 16,35-5-1-16,36-4 0 16,44-4 0-16,34 0 0 15,42 1-1-15,27 1 0 16,17 6-1-16,-7 0 0 15,-45 5 0-15,-56 0 0 16,-65 0 0-16,-47 0 0 16,-44 0 0-16,-30-5 1 15,-23-4-1-15,-18 0 1 16,-6 2 0-16,-5 3-1 16,1 1 0-16,-6 0 0 0,-7 2 0 15,-4 1 0-15,-4 0 0 16,-2 0 0-16,0 0 0 15,0 0 0-15,0 0 0 16,0 0-1-16,0 0-2 16,-20 4-17-16</inkml:trace>
  <inkml:trace contextRef="#ctx0" brushRef="#br0" timeOffset="89851.62">14802 5163 2027 0,'0'0'4'0,"0"0"-4"0,0 0 0 0,0 0 1 15,0 0 1-15,0 0 0 16,17 129 1-16,45-48-1 16,39 10-1-16,39 5 0 15,40-2-1-15,37-6 1 16,24-9-1-16,26-16 0 15,14-18 0-15,-5-13 0 16,-20-14 0-16,-43-8 0 16,-43-7 0-16,-48-3 0 15,-34 0 0-15,-28 0 0 16,-23 0 0-16,-14 0 0 16,-14 0 0-16,-9 0 0 15,0 0 0-15,0 0 0 0,0-4 0 16,-5-5 0-16,-19-3-1 15,-4-3-9-15,-11-9-59 16</inkml:trace>
  <inkml:trace contextRef="#ctx0" brushRef="#br0" timeOffset="90216.86">17281 5570 2038 0,'0'0'3'0,"0"0"-1"15,0 0-2 1,0 0 0-16,0 0 0 0,0 0 1 16,36 69-1-16,11-33 1 15,11-7-1-15,6 2 0 16,1-1 0-16,-7-3 0 16,-12 4 0-16,-14-1 0 15,-16 2 0-15,-14 6 0 16,-2 5 0-16,-23 1 0 15,-25 6 0-15,-12-6 0 16,-7-2 2-16,-7-2-2 16,7-9 0-16,5 0 0 15,8-11 0-15,21-8 0 16,8-6 0-16,16-6 0 16,9 0 0-16,0 0 0 15,0 0 0-15,0 0 0 16,0 0 0-16,2 0-2 0,12-2 0 15,-1-10-17-15</inkml:trace>
  <inkml:trace contextRef="#ctx0" brushRef="#br0" timeOffset="96607.81">18585 5953 1900 0,'0'0'120'0,"0"0"-109"0,0 0-7 0,0 0 1 15,0 0-3-15,-124-56-1 16,85 64-1-16,-1 18 1 15,2 6-1-15,-2 12 0 16,4 6 1-16,9 4-1 16,9 2 0-16,5-3 0 15,13-3 0-15,0-4 0 16,0-9 0-16,27-5 0 16,4-8 0-16,5-6 0 15,9-9 0-15,4-6 0 0,4-3 0 16,1 0 0-16,-5-4 0 15,-10-13-1-15,-7-7-2 16,-9-6-19-16</inkml:trace>
  <inkml:trace contextRef="#ctx0" brushRef="#br0" timeOffset="96886.77">18812 5823 2019 0,'0'0'8'0,"0"0"0"0,0 0-4 16,0 0-1-16,0 0-2 15,0 0-1-15,2 28 1 16,0 10-1-16,-2 8 1 16,0 8-1-16,0-1 0 15,0 1 2-15,3-2-2 16,-1-4 0-16,0 3 0 15,-2-7 0-15,0-3 0 16,0-6 0-16,0-10 0 16,0-8-2-16,0-13-7 15,0-4-348-15</inkml:trace>
  <inkml:trace contextRef="#ctx0" brushRef="#br0" timeOffset="97163.72">18833 5803 2017 0,'0'0'15'0,"0"0"-9"15,0 0-2-15,0 0-3 16,0 0 0-16,0 0-1 16,137-99 0-16,-101 99 0 15,-5 7 0-15,-6 21 0 16,-11 11 1-16,-14 2-1 15,0 3 0-15,-10-2 0 16,-19-4 0-16,-7-3 0 16,-6-3 0-16,-3 0 0 0,-1-7 0 15,1-2 0-15,12-7-1 16,13-11-4-16,11-5-45 16</inkml:trace>
  <inkml:trace contextRef="#ctx0" brushRef="#br0" timeOffset="97455.79">19690 5668 2002 0,'0'0'16'16,"0"0"-6"-16,0 0-2 15,0 0-5-15,0 0-1 16,0 0 0-16,-65 127-1 16,43-71-1-16,-4 2 1 15,1-1-1-15,0-1 0 16,0-3 0-16,-4-2 0 16,0-5 0-16,1-7 0 15,1-6 0-15,7-9 0 16,7-14-6-16,6-10-64 15</inkml:trace>
  <inkml:trace contextRef="#ctx0" brushRef="#br0" timeOffset="97681.96">19434 5798 2008 0,'0'0'21'0,"0"0"-16"16,0 0 0-16,0 0-3 15,0 0 0-15,0 0-1 16,97 130-1-16,-72-97 0 16,4 1 1-16,2-4-1 15,3-3 0-15,-1-6 0 16,-2-4 0-16,-2-5 0 16,-4-5-1-16,-2-7-6 0,-8 0-261 15</inkml:trace>
  <inkml:trace contextRef="#ctx0" brushRef="#br0" timeOffset="97927.84">20038 5524 2024 0,'0'0'10'0,"0"0"-4"15,0 0-3-15,0 0-2 16,0 0-1-16,0 0 0 15,56 40 1-15,-52 2-1 0,-2 11 0 16,-2 1 2-16,0 0-2 16,0-2 0-16,0-6 0 15,0-4 0-15,-6-4 0 16,-2-8 0-16,6-10-2 16,2-8-2-16,0-12-226 15</inkml:trace>
  <inkml:trace contextRef="#ctx0" brushRef="#br0" timeOffset="98371.3">20429 5482 1967 0,'0'0'51'16,"0"0"-37"-16,0 0-7 15,0 0-4-15,0 0-2 16,0 0 0-16,6-46 0 16,19 32-1-16,16 2 0 15,3 0 0-15,6 10 0 16,-5 2 0-16,-3 0 0 16,-11 15 0-16,-14 14 0 15,-10 7 0-15,-7 6 0 16,-2 4 0-16,-30 4 0 15,-5 0 0-15,-5 1 0 16,-8-5 0-16,6-4 2 0,3-9-2 16,16-8 0-16,6-8 0 15,13-11 0-15,6-5 0 16,0-1 0-16,15 0 0 16,18 0 0-16,12-10 0 15,2-2 0-15,0-4 0 16,-5 0 0-16,-1 2 0 15,-6 2 0-15,-6-1 0 16,-5 2-2-16,-4-1-3 16,-7-4-96-16</inkml:trace>
  <inkml:trace contextRef="#ctx0" brushRef="#br0" timeOffset="98723.53">21160 5282 1999 0,'0'0'23'0,"0"0"-12"0,0 0-5 0,-122 11-3 16,93 12-2-16,9 1-1 16,13 3 1-16,7 2-1 15,7-2 0-15,27 4 1 16,8-3-1-16,7 0 0 15,-3 0 0-15,-1 0 0 16,-7 3 0-16,-11-4 0 16,-12 3 0-16,-9-3 0 0,-6 1 0 15,0-1 0 1,-6 2 0-16,-19-2 0 0,-8 0 0 16,-5-4 0-16,-4-4 0 15,2-7 0-15,4-7 0 16,5-5 0-16,9 0 0 15,6-23-2-15,8-9-15 16</inkml:trace>
  <inkml:trace contextRef="#ctx0" brushRef="#br0" timeOffset="98939.78">21027 5278 2008 0,'0'0'18'0,"0"0"-11"16,123-50-2-16,-70 31-3 16,0-4-1-16,1 0 0 15,-3 5-1-15,-2 1 1 16,-6 4-1-16,-8 5-1 16,-10 6 1-16,-12 2-1 15,-13 0-8-15,0 0-67 16</inkml:trace>
  <inkml:trace contextRef="#ctx0" brushRef="#br0" timeOffset="99337.9">19797 6461 2022 0,'0'0'4'0,"0"0"-1"16,0 0 4-16,0 0-2 16,0 0-4-16,0 0 1 0,141-36-2 15,-22-8 1 1,31-10-1-16,19-5 0 0,14 8 2 15,-5 6-2-15,-17 9 0 16,-26 9 0-16,-24 2 0 16,-30 10 0-16,-25 6 0 15,-23 6 0-15,-19 3 0 16,-8 0 0-16,-6 0 0 16,0 0 0-16,0 0 0 15,-14 18 0-15,-17 7-2 16,-13 3 1-16,-18 3-5 15,-17-4-145-15</inkml:trace>
  <inkml:trace contextRef="#ctx0" brushRef="#br0" timeOffset="99595.06">20521 6501 2036 0,'0'0'4'0,"0"0"-4"16,0 0 2-16,0 0-1 15,0 0 0-15,20 114 0 16,-20-54-1-16,0 3 0 16,0-4 2-16,-11 0-2 0,-1-6 0 15,4-8 0-15,4-2 0 16,4-12 0-16,0-9-2 15,4-16-7-15</inkml:trace>
  <inkml:trace contextRef="#ctx0" brushRef="#br0" timeOffset="100171.68">20958 6498 2014 0,'0'0'18'15,"0"0"-12"-15,0 0-1 16,0 0-3-16,0 0-2 0,0 0 0 16,-43 19 0-1,24 17 0-15,3 3 0 0,3 5 0 16,3 1 0-16,8-1 0 16,2-6 0-16,0-9 0 15,10-11 0-15,13-15 0 16,2-3 0-16,4 0 0 15,-2-21 0-15,-2-15 0 16,-3-11 0-16,0-1 0 16,-2-4 0-16,1 4 0 15,2 4 0-15,0 11 0 16,-1 8 0-16,-2 10 0 16,-2 12 0-16,-5 3 0 15,1 0 0-15,-3 13 0 16,0 14 0-16,-2 7 0 0,-2-1 0 15,-1 5 0-15,1-1 0 16,2-5 0-16,4-3 0 16,1-11 0-16,7-9 0 15,4-9 0-15,0 0 0 16,2-9 0-16,-5-15 0 16,-5-3 0-16,-5-7 0 15,-12 1 0-15,0-3 0 16,0 1 0-16,-18 6 0 15,-4 2 2-15,-7 9-2 0,0 6 0 16,-1 6 0 0,-3 6 0-16,0 0 0 0,2 0-2 15,4 4 2-15,10 3 0 16,5 0-1-16,7-7-8 16,5 0-309-16</inkml:trace>
  <inkml:trace contextRef="#ctx0" brushRef="#br0" timeOffset="100417.67">22012 5769 1647 0,'0'0'378'0,"0"0"-369"0,0 0-3 0,0 0-3 16,0 0-2-16,0 0-1 16,122-77 0-16,-73 58 0 15,0 0 0-15,-5 6 0 16,-3 0 0-16,-12 5-3 16,-12 5-23-16</inkml:trace>
  <inkml:trace contextRef="#ctx0" brushRef="#br0" timeOffset="100635.96">21958 5966 2030 0,'0'0'9'16,"0"0"-5"-16,160-30-2 15,-92 16-2-15,-6-5 2 16,-5 2-2-16,-7 4 0 15,-6-1 0-15,-1 2 0 16,-10 0 0-16,-4 0 0 16,-8 2-2-16,-11-2-3 15,-3-3-824-15</inkml:trace>
  <inkml:trace contextRef="#ctx0" brushRef="#br0" timeOffset="101325.72">23282 5153 2007 0,'0'0'19'0,"0"0"-9"15,0 0-5-15,0 0-3 0,0 0-2 16,-148 0 1-16,115 32-1 15,2 9 0-15,11 3 0 16,9 0 0-16,11-4 0 16,0-2 0-16,8-2 0 15,21-5 0-15,10-2 0 16,9-3 0-16,4-4 1 16,4 1-1-16,0-9 0 15,-12-1 0-15,-9-1 0 16,-10 3 0-16,-14 0 0 15,-9 7 0-15,-2 3 0 16,-11-2 0-16,-20 6 0 0,-9-1 0 16,-3-2 0-16,3-2 0 15,-2-8 0-15,9-3 0 16,-1-8 0-16,3-3 0 16,5-2 0-16,5 0 0 15,7 0 0-15,12-16-2 16,2-6-18-16</inkml:trace>
  <inkml:trace contextRef="#ctx0" brushRef="#br0" timeOffset="101584.89">23765 4992 2009 0,'0'0'23'0,"0"0"-16"0,0 0-3 0,0 0-3 16,0 0-1-16,0 0 0 15,-20 136 1-15,20-69-1 16,1 8 0-16,12-1 0 16,-5-1 0-16,-5-4 0 15,-3-8 0-15,0-8 0 16,0-8 0-16,0-15-6 15</inkml:trace>
  <inkml:trace contextRef="#ctx0" brushRef="#br0" timeOffset="101843.58">23783 5079 1998 0,'0'0'28'15,"0"0"-20"-15,24-131-1 16,3 106-5-16,6 9-2 16,5 6 1-16,3 8-1 15,-1 2 0-15,-7 8 1 16,-8 21-1-16,-14 14 0 16,-11 3 0-16,-11 4 0 0,-34 2 0 15,-12-3 0-15,-15-4 0 16,1-2 0-16,-6-11-1 15,2-10-59-15</inkml:trace>
  <inkml:trace contextRef="#ctx0" brushRef="#br0" timeOffset="107259.83">5893 4146 1942 0,'0'0'24'15,"0"0"-16"-15,0 0 14 0,0 0-10 16,0 0-7-16,0 0-1 16,0 0-4-16,25-5 2 15,-2 5 0-15,3 0 0 16,8 0 0-16,6 0-1 16,9 0 1-16,13 0 0 15,5 4-2-15,6-3 1 16,3 1 0-16,0 1-1 15,4-3 1-15,3 0-1 16,1 0 1-16,3 0 0 0,7 0-1 16,3 0 1-1,11 0-1-15,-2 0 0 0,-2 0 0 16,-15 0 0-16,-16 0 0 16,-11 6 0-16,-4 0 1 15,3-5-2-15,3-1 1 16,15 0 0-16,2 0 1 15,6-5-1-15,0-3 0 16,-5 3 0-16,-9 1 0 16,-7 4 0-16,-12 0 0 15,-8 0 0-15,-5 0 0 16,-4 0 0-16,1 3 0 16,4-3 0-16,1 0 0 15,5 0 0-15,2 0 0 0,-1 0 0 16,0 0 0-16,2 0 0 15,0 0 0-15,5 0 0 16,4 0 0-16,0 0 0 16,0 0 0-16,-2-4 0 15,0 4 0-15,0 0 0 16,0 0 0-16,7 0 0 16,4 0 0-16,4 0 0 15,8 0 0-15,1 0 0 16,4-6 0-16,6 2 0 15,-1 0 0-15,3 1 0 16,-3 2 0-16,-2-1 0 16,-6 2 0-16,-4 0 0 0,-6 0 0 15,-5 0 0-15,-1 0 0 16,-2 2 0-16,-1 3 0 16,2-1 0-16,-2-4 0 15,3 0 0-15,4 0 0 16,0 0 0-16,1-1 0 15,3-6 0-15,-3 4 0 16,-3 0 0-16,-2 3 0 16,-11 0 0-16,-8 0 0 15,-1 0 0-15,-7 0 0 0,3 3 0 16,3-3 0 0,4 0 0-16,6 0 0 0,3 0 0 15,3 0 0-15,0 0 0 16,2 0 0-16,-7 0 0 15,-3 3 1-15,-3 5-2 16,-7 1 1-16,-3-2 0 16,-5 2 0-16,-1-5 0 15,5-2 0-15,5-2 0 16,7 0 1-16,11 0-1 16,5 0 0-16,-2 0 0 15,-3 0-1-15,-3 0 1 16,-9 0 0-16,-4 0 0 15,-3 1 1-15,2-1-2 16,4 0 1-16,6 0 0 16,6 0 0-16,2-1 0 15,1-3 0-15,-3 2 0 0,-4 2 0 16,-4 0 0-16,-4 0 0 16,-6 0 0-16,1 0 0 15,1 0 0-15,8 2 0 16,4-2 0-16,6 0 0 15,5 0 0-15,4 0 0 16,-1 0 0-16,-4 0 0 16,-7 0 0-16,-5 4 0 15,-5-3 1-15,-8 2-1 16,-6-2 0-16,1-1 0 16,3 0 0-16,3 0 0 15,5 0 0-15,6 0 0 0,6 0-1 16,3-1 1-16,8-5 0 15,-1 4 0-15,0-3 1 16,-8 5-2-16,-3-1 1 16,-13 1 0-16,-7 0 0 15,-5 0 1-15,-4 0-2 16,-2 0 1-16,2 0 0 16,6-2 0-16,3-3 0 15,6 4 0-15,1-2 0 16,2 3 0-16,0 0 0 15,-2 0 0-15,0 0 0 16,-2 0 0-16,-3 0 0 16,0 3 0-16,-5-3 1 0,4 0-1 15,-1 0 0-15,2 0 0 16,3 0 0-16,-1 0 0 16,1 0 0-16,4 0 0 15,9-3 0-15,2 0 0 16,4-1 0-16,2 0 0 15,5 1 0-15,0 2 0 16,7-3 0-16,4-1 0 16,3 1 0-16,-2-1 0 15,-10-1 0-15,-8-2-1 16,-10 0 2-16,-3-1-2 16,-6 4 1-16,-1 0 0 0,-9 1 0 15,-5 3 1-15,-2 1-1 16,-4-3 0-16,1 0 0 15,1-1 0-15,-3-1 0 16,3 1 0-16,-2 2 0 16,2 1 0-16,4-2 0 15,-4 2 0-15,-2-2 0 16,0 1 0-16,-2-2 0 16,-1-1 0-16,2-2 0 15,-1 0 0-15,-1-4 0 16,-7 3 0-16,-1 0 0 15,-3-4 0-15,-4-1 0 16,0-6 0-16,-5-3 1 16,2-4-1-16,1-4 0 0,1-2 0 15,1-8 0-15,0-6 0 16,2-1 0-16,-3-5 0 16,3 0 0-16,-2-1 0 15,0-4 0-15,-3 1 0 16,0 2 0-16,1-1 0 15,-3 2 0-15,-2-1 0 16,0-3 0-16,0 5 1 16,0 2-1-16,-2 7 0 15,-7 7 0-15,-2 4 0 16,-3 5 0-16,1 3 0 0,0-1 0 16,0 6 0-16,-1 0 0 15,-1 1 0-15,-4 2 1 16,-2 0-1-16,-8 2 0 15,-5 4 0-15,-9 3 0 16,-3 1 0-16,-1 3 1 16,-11 1-1-16,-7 2 0 15,-8 0 0-15,-12 0 0 16,-2 0 0-16,-2 0 0 16,-9 0 0-16,-8 0 0 15,-8 0 0-15,0 0 1 16,-3-4-1-16,0-2 0 15,4-2 0-15,6 0 0 16,6-4 0-16,10 4 0 16,1 0 0-16,-5 0 0 0,-5 6 0 15,-9-3 0-15,-9 4 0 16,-9-1 0-16,-14-2 0 16,-6-1 0-16,-5 4 0 15,3-4 0-15,6 1 0 16,9 1 0-16,17 1 0 15,10-3 0-15,13 5 0 16,1 0 0-16,-3 0 0 16,-10 0 0-16,-8 0 0 15,-11 3 0-15,-4 3 0 16,-4-1 0-16,5 1 0 16,5 0 0-16,12-1-1 0,6 1 2 15,3 0-2-15,4 0 1 16,2-2 0-16,5 0 0 15,6-2 0-15,-2 2 0 16,0 2 0-16,-2 0 0 16,-1 0 0-16,4-4 0 15,1 0 0-15,0-2 0 16,-4 0 0-16,-4 0-1 16,-7 0 1-16,-6 0 0 15,6 0 0-15,11 0 0 16,10 0 0-16,9 0 0 15,13 0 0-15,3 0 0 16,11 0 0-16,10 0 0 0,7 0 0 16,5 0 0-16,1 0 0 15,-3 0 0-15,0 2 0 16,-6 6 0-16,-7 3 0 16,-5-5 0-16,2 1 0 15,1-3 0-15,4 2 0 16,8-2 0-16,3 2 0 15,8 0 0-15,1 0 0 16,3 5 0-16,0 0 0 16,2 3 0-16,0 5 0 15,3-2 0-15,-2 1 0 16,2 3 0-16,-1-2 0 0,1 1 0 16,2 0 0-1,-2 4 0-15,2 2 0 0,0 4 0 16,-1 6 0-16,1 5 0 15,0 1 0-15,-1 4 0 16,-2 4 0-16,-2 4 0 16,3 7 0-16,-5 5 0 15,-3 3 0-15,1 6 0 16,-3 5 1-16,-1 1-1 16,1-1 0-16,1 2 0 15,1-4 0-15,5-4 0 16,5-5 0-16,0-5 0 15,4-9 0-15,-4-5 0 0,0-1 0 16,0-8 0 0,-3-4 0-16,1-7 0 0,-1-6 0 15,2-7 0-15,1-8 0 16,4-4 0-16,0-4 0 16,0-1 0-16,0 0 0 15,0 0 1-15,0 0-1 16,0 0 0-16,0 0 0 15,0 0 0-15,0 0 0 16,0 0 0-16,0 0 0 16,6 0 0-16,4-10-5 15,-10-6-162-15</inkml:trace>
  <inkml:trace contextRef="#ctx0" brushRef="#br0" timeOffset="112250.72">6292 7407 1963 0,'0'0'51'0,"0"0"-48"15,0 0-2-15,0 0 2 16,0 0-1-16,0 0-2 16,0 0 1-16,3 12 1 15,-3-12 2-15,2 0-1 16,1 0-1-16,-1 0 0 16,4-2 0-16,7-16-1 15,5-7 0-15,7-11-1 16,0 3 0-16,-8-1 1 15,-1 5-1-15,-7 2 0 0,-5 3 1 16,-2 5 0-16,0 7-1 16,-2 6 1-16,0 5-1 15,0 1 0-15,0 0 0 16,0 4 0-16,0 24 0 16,3 9 0-16,1 10 0 15,3-3 0-15,0 2 0 16,-1-2 0-16,1-4 0 15,0 0 0-15,0-4 0 16,-3-8 0-16,-2-3 0 16,-2-7 0-16,0-4 0 0,0 0 0 15,-6 0 0-15,-15 0 0 16,-10 3 0-16,-4 0 0 16,-1-1 0-16,1-2 0 15,3-2 0-15,10-2 0 16,6-4 0-16,7-1 0 15,7-4 0-15,2-1 0 16,0 0 0-16,6 0 0 16,24 0 0-16,10-8 0 15,12-10 0-15,0 0 0 16,-3 2 0-16,-6 2 0 16,-7 5 0-16,-10 4 0 15,-5 3 0-15,-8 0 0 16,-5 2 0-16,-1 0 0 15,-4 0 0-15,-3 0 0 0,0 0-1 16,0 0-4-16,0 2-7 16,-20 7-712-16</inkml:trace>
  <inkml:trace contextRef="#ctx0" brushRef="#br0" timeOffset="112670.65">5691 8151 2020 0,'0'0'5'0,"0"0"-2"0,0 0 4 15,0 0-3-15,0 0-2 16,0 0 0-16,81-6-1 16,-6-14 0-16,21-6 1 15,19-6-2-15,11-6 0 16,0-3 0-16,-3 2 0 16,-11 0 0-16,-12 7 0 15,-11 8 0-15,-14 2 0 16,-12 10 0-16,-16 2 0 0,-20 4 0 15,-19 6 0-15,-5 0 0 16,-3 0 0-16,0 0 0 16,0 0 0-16,0 0 0 15,-7 0 0-15,-15 7-2 16,-10 14 1-16,-10 1-7 16,-11 5-305-16</inkml:trace>
  <inkml:trace contextRef="#ctx0" brushRef="#br0" timeOffset="113218.45">6086 8510 2027 0,'0'0'5'16,"0"0"-4"-16,0 0 5 16,0 0-4-16,0 0-1 15,0 0 0-15,-41-106 0 16,50 74 0-16,13 2-1 16,5 6 0-16,2 9 0 15,2 8 0-15,-4 7 0 0,2 0 0 16,-5 26 0-1,-6 12 0-15,-4 9 0 0,-10 8 0 16,-4 1 0-16,0 2 0 16,-18-2 0-16,-15-3 0 15,-5-3 0-15,-2-6 0 16,-5-8 0-16,7-10 0 16,5-12 0-16,6-10 0 15,8-4 0-15,7-6 0 16,8-23 0-16,4-10 0 15,13-9 0-15,23 4 0 16,8 5 0-16,4 16 0 16,-2 10 0-16,-4 13 0 15,-6 0 0-15,-7 19 0 0,-7 8 0 16,-4 3 0-16,-7 2 0 16,1-1 0-16,-4-3 0 15,-1-4 0-15,1-4 0 16,0-2-1-16,3-8-6 15,4-8-75-15</inkml:trace>
  <inkml:trace contextRef="#ctx0" brushRef="#br0" timeOffset="113554.09">6609 8325 1530 0,'0'0'503'0,"0"0"-500"16,0 0 2-16,0 0-2 0,0 0-2 15,0 0-1-15,-91-43 0 16,81 74 0-16,4 7 0 16,6 1 0-16,0-7 0 15,6-4 0-15,19-6 0 16,8-12 0-16,6 1 2 16,-4-7-2-16,-1-1 0 15,-5 1 0-15,-8 4 0 16,-5 4 0-16,-7 2 0 15,-9 2 0-15,0 4 0 16,0 0 0-16,-17 0 0 16,-8 1 0-16,-4-3 0 0,-2-7 0 15,0-3 0 1,-3-4 0-16,5-4-2 0,7 0 1 16,7-22-8-16,3-14-347 15</inkml:trace>
  <inkml:trace contextRef="#ctx0" brushRef="#br0" timeOffset="113750.62">6428 8249 1818 0,'0'0'215'0,"0"0"-211"15,0 0-2-15,0 0 1 16,0 0-2-16,167-110-1 15,-111 78 1-15,0 0-1 0,-2-2 0 16,-10 0 0-16,3-5-1 16,-1-4-19-16</inkml:trace>
  <inkml:trace contextRef="#ctx0" brushRef="#br0" timeOffset="114251.65">6886 6410 2033 0,'-121'-50'1'0,"-26"20"-1"0,-32 24 3 15,-18 6-1-15,-20 35 0 16,-5 27 0-16,-1 26-2 15,31 37 1-15,25 41-1 16,35 48 0-16,36 49 0 16,30 34 0-16,27 15 0 15,39 5 1-15,26-19-1 16,51-23 0-16,37-33 0 16,31-53 0-16,24-38 0 15,25-48 0-15,17-45 0 16,12-40 0-16,9-18 0 0,-2-61 0 15,-5-37 0 1,-7-37 0-16,-16-33 0 0,-21-28 0 16,-27-23 0-16,-40-21 0 15,-50-23 0-15,-46-20 0 16,-31-8 0-16,-77 3 0 16,-61 21 0-16,-58 42 0 15,-52 50 0-15,-44 64 0 16,-28 62 0-16,-10 49 0 15,14 55 0-15,41 51 0 16,68 47 0-16,70 43-1 16,75 35-4-16,44 12-48 15</inkml:trace>
  <inkml:trace contextRef="#ctx0" brushRef="#br0" timeOffset="114658.18">4106 9689 1986 0,'0'0'48'0,"0"0"-48"0,0 0 1 0,0 0 0 16,0 0 3-16,114 6-2 15,-24-92 0-15,21-29-2 16,23-19 1-16,14-14-1 16,11-7 0-16,-1 10 0 15,-11 14 0-15,-22 31-2 0,-38 27-13 16,-45 31-327-16</inkml:trace>
  <inkml:trace contextRef="#ctx0" brushRef="#br0" timeOffset="114868.7">4405 10117 2039 0,'0'0'1'15,"0"0"0"-15,0 0 2 16,219-187-2-16,-79 50 1 0,27-24-2 15,24-14 0 1,19-18 0-16,-5-9 0 0,-15-9-9 16</inkml:trace>
  <inkml:trace contextRef="#ctx0" brushRef="#br0" timeOffset="118230.5">8949 7181 2016 0,'0'0'16'0,"0"0"-14"15,0 0 1-15,0 0 0 0,0 0-1 16,-150 68-1-16,99-42-1 15,-5 2 1-15,-2 4-1 16,3 0 1-16,1-2-1 16,4-3 0-16,11-2 0 15,1-5 0-15,7-4 0 16,4-2 0-16,7-6 0 16,7-5 0-16,9-2 0 15,1-1 0-15,3 0 0 16,0 2 0-16,0-2 0 15,3 0-2-15,14-14-9 16,1-18-223-16</inkml:trace>
  <inkml:trace contextRef="#ctx0" brushRef="#br0" timeOffset="118596.06">8583 7038 2022 0,'0'0'8'16,"0"0"-7"-16,0 0 1 15,0 0 2-15,-30 122-1 16,9-73-2-16,-4 0 0 16,-8 4 0-16,-3-1 0 0,-2-2-1 15,1-4 1 1,10-12-1-16,7-10 0 0,11-13 0 15,7-7 0-15,2-4 0 16,0 0 0-16,0 0 0 16,0 0 0-16,0 0 0 15,0 0 0-15,2 0 0 16,15 0 0-16,12 0 0 16,8 0 0-16,2 0 0 15,-3 0 0-15,-1-3 0 16,1-1 0-16,3-2 0 15,3-6-2-15,-5-7-16 16</inkml:trace>
  <inkml:trace contextRef="#ctx0" brushRef="#br0" timeOffset="118941.88">9633 6886 2028 0,'0'0'7'0,"0"0"-2"0,0 0-2 0,0 0-2 15,0 0-1-15,0 0 1 0,-119-36-1 16,95 66 0-16,-5 13 0 15,0 8 0-15,7 1 0 16,4 0 0-16,7-3 0 16,7-5 2-16,4-6-2 15,0-3 0-15,0-2 0 16,13-5 0-16,11-8 0 16,7-10 0-16,6-10-2 15,11 0 2-15,1-18-9 16</inkml:trace>
  <inkml:trace contextRef="#ctx0" brushRef="#br0" timeOffset="119325.23">9971 6713 2031 0,'0'0'7'0,"0"0"-4"15,0 0-1-15,0 0-1 16,0 0-1-16,0 0 0 15,-2 59 1-15,2-20-1 16,0 6 0-16,0-1 0 16,0 0 0-16,9 0 0 15,7-4 0-15,1 0 0 16,-1-4 0-16,-3-4 0 16,-4-4 0-16,0-4 0 0,-2-5 0 15,-5-5 0 1,0-6 0-16,0-4 0 0,-2-2 0 15,0-2 0-15,0 0 2 16,0 0-2-16,0 0 0 16,0 0 0-16,0 0 0 15,0 0 0-15,0 0 0 16,0 0 0-16,0 0-2 16,0 0 2-16,-2 0 0 15,2-4-2-15,0-2-6 16,0-8-783-16</inkml:trace>
  <inkml:trace contextRef="#ctx0" brushRef="#br0" timeOffset="119640.78">9996 6719 2029 0,'0'0'5'0,"0"0"-1"0,0 0-1 16,0 0-2-16,0 0-1 15,82-104 1-15,-51 96-1 16,0 4 0-16,-2 4 0 16,-6 0 0-16,-7 19 1 0,-12 6-1 15,-4 3 0-15,0 6 0 16,-27 0 0-16,-6 1 0 15,-8-3 1-15,1-2-1 16,-2-4 0-16,7-2 0 16,6-4-1-16,8-8-3 15,11-8-43-15</inkml:trace>
  <inkml:trace contextRef="#ctx0" brushRef="#br0" timeOffset="120073.83">10096 6156 2019 0,'-139'-16'10'0,"-11"16"-4"16,-4 8-1-16,5 40-2 15,12 30-2-15,22 34-1 16,24 41 1-16,19 33-1 15,25 27 0-15,27 13 0 16,20-15 0-16,14-29 0 16,48-29 0-16,30-41 0 15,29-30 0-15,31-32 0 16,15-28 0-16,7-22 0 16,-5-15 0-16,-15-42 0 0,-16-23 0 15,-16-22 0 1,-18-20 0-16,-15-25 0 0,-18-29 0 15,-22-35 0-15,-27-21 0 16,-22-3 0-16,-25 21 0 16,-42 45 0-16,-18 49 0 15,-21 47 0-15,-14 45 0 16,-10 28 0-16,-5 28 0 16,7 46 0-16,15 29 0 15,20 31 0-15,21 30-2 16,17 24-9-16</inkml:trace>
  <inkml:trace contextRef="#ctx0" brushRef="#br0" timeOffset="120395.56">8899 9075 2038 0,'0'0'2'0,"0"0"-2"0,0 0 2 0,190-149 0 16,-39 30-1-16,34-30-1 16,16-9 0-16,8-13 0 15,3-1 0-15,-16 9 0 0,-17 13 0 16,-27 19 0-1,-22 29 0-15,-27 30 0 0,-32 25 0 16,-31 22-1-16,-33 21-1 16,-7 4-1-16,-40 26-3 15,-22 23-15-15,-19 15-293 16</inkml:trace>
  <inkml:trace contextRef="#ctx0" brushRef="#br0" timeOffset="120652">8810 9682 1962 0,'0'0'72'0,"181"-113"-71"16,-25-2 0-16,45-35 5 15,30-22-5-15,20-21 0 16,15-17 0-16,-6-3-1 15,-7 7 0-15,-18 20 0 16,-23 37 0-16,-31 37 0 16,-46 35 0-16,-43 29-2 15,-37 20-4-15,-32 10-11 16,-23 6-315-16</inkml:trace>
  <inkml:trace contextRef="#ctx0" brushRef="#br1" timeOffset="126708.43">18186 7660 2008 0,'0'0'26'0,"0"0"-24"15,-165 47-1-15,81 12 4 16,-17 22-3-16,-16 19-2 16,-13 27 1-16,-14 18-1 15,-16 14 2-15,-4 3-2 16,4-8 0-16,12-13 0 15,15-14 0-15,19-20 0 0,23-22 0 16,20-21 0 0,17-20 0-16,19-18 0 0,16-10 0 15,9-8 0-15,7-8 0 16,3 0 0-16,0 0 0 16,0-11 0-16,0-8 0 15,7-7 0-15,11 0-3 16,4-5-3-16,2-8-96 15</inkml:trace>
  <inkml:trace contextRef="#ctx0" brushRef="#br1" timeOffset="127067.99">16504 8624 2032 0,'0'0'5'15,"0"0"-2"-15,0 0 0 16,0 0-2-16,0 0 0 15,-92 120 1-15,55-39-2 16,-3 9 0-16,-1-2 0 16,1-1 0-16,5-8 0 15,6-8 0-15,8-10 0 16,11-11 0-16,10-14 0 16,0-13 0-16,35-12 0 15,25-11 0-15,23 0 0 16,13-15 0-16,4-10 0 15,-2-5 0-15,-13 7 0 16,-17 1 0-16,-16 6 0 0,-21 4 0 16,-14 4 0-16,-9 2 0 15,-6 4 0-15,-2 0 0 16,0 2 0-16,0 0 0 16,0 0 0-16,0 0 0 15,0 0 0-15,-20 0-8 16</inkml:trace>
  <inkml:trace contextRef="#ctx0" brushRef="#br1" timeOffset="128020.49">13102 9712 2033 0,'0'0'5'0,"0"0"-1"15,0 0-2-15,0 0-1 16,0 0 1-16,0 0-2 0,0-31 0 16,0 76 0-16,0 25 0 15,0 12 0-15,0 6 0 16,0 0 0-16,4-8 0 15,7-11 0-15,-2-11 0 16,-9-6 0-16,0-6 0 16,0-4 0-16,-9-4 0 15,-9-6 0-15,-6-8-7 16</inkml:trace>
  <inkml:trace contextRef="#ctx0" brushRef="#br1" timeOffset="128320.27">12286 10876 2022 0,'0'0'8'16,"0"0"-3"-16,0 0 2 16,0 0-5-16,0 0-1 15,0 0 1-15,100 86-2 16,14-99 0-16,21-18 0 15,17-6 0-15,4 0 0 16,-7 0 0-16,-20 8 0 16,-25 8 0-16,-38 8 0 15,-30 7 0-15,-20 4 0 0,-14 0 0 16,-2 2 0 0,-10 0 0-16,-29 2 0 0,-15 18 0 15,-13 2-2-15,-10 1-10 16</inkml:trace>
  <inkml:trace contextRef="#ctx0" brushRef="#br1" timeOffset="128815.87">12302 11493 2031 0,'0'0'10'0,"0"0"-9"16,0 0 1-16,0 0-1 15,53-120 1-15,-18 90-2 16,8 5 0-16,-1 7 0 16,1 10 0-16,-5 8 0 15,-3 0 0-15,-3 17 0 16,-11 17 0-16,-9 13 0 15,-12 9 0-15,-4 6 0 16,-34 8 0-16,-11 0 0 16,-12 0 0-16,-3-5 0 15,-3-9 0-15,3-10 0 16,6-12 0-16,8-12 0 16,12-12 0-16,14-10 0 15,9 0 0-15,13-29 0 0,2-12 0 16,17-3 0-16,24 5 0 15,3 12 0-15,0 14 0 16,3 13 0-16,0 0 0 16,-3 13 0-16,1 13 0 15,-7 2 0-15,-4 2 0 16,-3 0 0-16,-7-6 0 16,-4-4 0-16,0-8 0 15,3-10-3-15,-2-2-19 16</inkml:trace>
  <inkml:trace contextRef="#ctx0" brushRef="#br1" timeOffset="129129.53">13017 11293 2038 0,'0'0'3'0,"0"0"-1"0,0 0 0 15,0 0 0-15,0 0-2 16,0 0 0-16,-81 64 0 15,69-25 0-15,9-3 0 16,3-2 0-16,13-6 0 16,23-4 0-16,15-2 0 15,14-2 0-15,2-2 0 0,-3 1 0 16,-10 0 0 0,-21 2 0-16,-17-2 0 0,-16 6 0 15,0 1 0-15,-38-2 0 16,-11-1 0-16,-9-6 0 15,2-7 0-15,5-8 0 16,4-2 0-16,5-7 0 16,6-22-3-16,12-15-44 15</inkml:trace>
  <inkml:trace contextRef="#ctx0" brushRef="#br1" timeOffset="129310.15">12912 11333 2010 0,'0'0'29'0,"0"0"-28"0,0 0 1 16,0 0 0-16,145-118-1 15,-78 94-1-15,1 2 0 16,7 2 0-16,-2-1 0 16,3 0 0-16,-5-5-2 15,-9-4-59-15</inkml:trace>
  <inkml:trace contextRef="#ctx0" brushRef="#br1" timeOffset="129580.85">14354 10140 2021 0,'0'0'14'16,"0"0"-8"-16,0 0-2 15,0 0-2-15,0 0-2 16,0 0 0-16,-32 10 0 16,13 36 0-16,-6 15 0 15,7 6 0-15,-3 4 0 16,4 5 0-16,-7 3 0 16,-1-10 0-16,-2-6 0 15,3-15 0-15,-5-10 0 16,-2-16 0-16,-8-19-14 15</inkml:trace>
  <inkml:trace contextRef="#ctx0" brushRef="#br1" timeOffset="129789.66">13937 10231 2041 0,'0'0'1'15,"0"0"1"-15,0 0-1 16,0 0-1-16,0 0 2 15,125 50-2-15,-85-6 0 16,-2 7 0-16,-1 4 0 16,2 3 0-16,1-4 0 15,2-4 0-15,-2-7 0 0,-4-10 0 16,-7-12-2 0,-4-17-14-16</inkml:trace>
  <inkml:trace contextRef="#ctx0" brushRef="#br1" timeOffset="130031.66">14806 9713 2032 0,'0'0'5'0,"0"0"-1"16,0 0-1-16,0 0 0 15,0 0-3-15,0 0 0 16,15-1 0-16,-7 52 0 15,-4 15 0-15,2 14 0 16,-1 1 0-16,1 1 0 0,-4-5 0 16,-2-14 0-16,0-4 0 15,0-17 0-15,0-12 0 16,3-16-5-16</inkml:trace>
  <inkml:trace contextRef="#ctx0" brushRef="#br1" timeOffset="130359.82">15105 9742 2011 0,'0'0'26'0,"0"0"-23"16,0 0 0-16,0 0-1 0,0 0-2 16,127-107 2-16,-89 104-2 15,-6 3 0-15,-4 7 0 16,-11 22 0-16,-7 10 0 15,-10 10 0-15,0 2 0 16,-25 7 0-16,-11-1 0 16,-7-3 0-16,8-8 0 15,4-12 0-15,11-14 0 16,11-8 0-16,9-6 0 16,0-4 0-16,7 1 0 15,21-3 0-15,13 0 0 16,5 0 0-16,2 0 0 15,2-6 0-15,0-7 0 0,1-3-2 16,-7-4-22 0</inkml:trace>
  <inkml:trace contextRef="#ctx0" brushRef="#br1" timeOffset="130660.46">15686 9561 1957 0,'0'0'81'0,"0"0"-78"15,0 0 0-15,0 0-2 16,0 0-1-16,0 0 2 16,-86 76-2-16,83-42 0 15,3 2 0-15,0-1 0 0,20-2 0 16,13 2 0 0,10-2 0-16,-1 4 0 0,-4 1 0 15,-9 0 0-15,-9 2 0 16,-11-2 0-16,-9 0 0 15,0 0 0-15,-9-4 0 16,-22 3 0-16,-9-7 0 16,-5-7 0-16,-3-6 0 15,-2-11 0-15,8-6 0 16,4 0-4-16,14-26-23 16</inkml:trace>
  <inkml:trace contextRef="#ctx0" brushRef="#br1" timeOffset="130818.01">15671 9631 1943 0,'0'0'89'0,"0"0"-84"16,83-137 0-16,-42 108-3 15,3 4-2-15,-3 11 0 16,-5 5 1-16,-7 9-1 16,-7 0 0-16,-9 18-1 15,-8 15 1-15,-5 11-8 16</inkml:trace>
  <inkml:trace contextRef="#ctx0" brushRef="#br1" timeOffset="131109.87">14416 10961 2037 0,'0'0'2'0,"0"0"0"15,0 0 2-15,170-35-2 16,-35-15-2-16,20-8 0 16,12-9 0-16,-1 0 0 15,-5 2 0-15,-12 8 0 16,-18 8 0-16,-21 12 0 16,-19 12 0-16,-26 11 0 15,-25 9 0-15,-20 5 0 16,-20 0 0-16,0 17 0 15,-33 13 0-15,-21 9-2 0,-17 0-1 16,-14 1-29 0</inkml:trace>
  <inkml:trace contextRef="#ctx0" brushRef="#br1" timeOffset="131366.09">15066 11003 2043 0,'0'0'1'0,"0"0"-1"15,0 0 1-15,0 0 1 0,0 0-2 16,0 0 0-16,52 146 0 16,-52-86 0-16,0 2 0 15,-9 0 0-15,-7 1 0 16,-3-3 0-16,3-8 0 15,5-10 0-15,11-20 0 16,2-22-2-16,36-6-25 16</inkml:trace>
  <inkml:trace contextRef="#ctx0" brushRef="#br1" timeOffset="131884.01">15571 10918 2038 0,'0'0'2'0,"0"0"1"16,0 0-1-16,0 0 0 0,0 0-2 16,0 0 0-16,-119 99 0 15,84-43 0-15,10-4 0 16,11-2 0-16,10-10 0 16,4-10 0-16,12-10 0 15,23-16 0-15,11-4 0 16,4-1 0-16,4-28 0 15,-8-7 0-15,-3-5 0 16,-8-7 0-16,-4-2 0 16,-3-2 0-16,3 7 0 15,-6 6 0-15,0 14 0 16,-3 6 0-16,-3 13 0 0,-4 6 0 16,-4 0 0-1,-4 26 0-15,-3 10 0 0,-4 6 0 16,0 2 0-16,0 1 0 15,-4-7 0-15,2-4 0 16,2-9 0-16,0-12 0 16,11-12 0-16,20-1 0 15,5-10 0-15,3-15 0 16,-2-8 0-16,-8-6 0 16,-12 1 0-16,-10-2 0 15,-7 0 0-15,0 5 0 16,-20 9 0-16,-15 8 0 15,-15 10 0-15,-8 6 0 0,-11 2 0 16,1 0 0 0,2 2 0-16,11 6 0 0,10-4-7 15</inkml:trace>
  <inkml:trace contextRef="#ctx0" brushRef="#br1" timeOffset="132356.96">16212 9043 2037 0,'0'0'2'0,"0"0"-1"0,0 0 2 0,-194 181-1 16,87-83 0-16,-19 23-2 0,-24 17 0 16,-12 23 0-16,-10 10 0 15,0 0 0-15,12-6 0 16,22-25 0-16,30-30 0 16,29-23 0-16,27-33 0 15,27-25 0-15,15-14 0 16,10-15 0-16,0 0 0 15,15-15 0-15,12-14-2 16,2-14-4-16</inkml:trace>
  <inkml:trace contextRef="#ctx0" brushRef="#br1" timeOffset="133315.24">13585 10736 2026 0,'0'0'8'0,"0"0"-5"16,0 0 0-16,-78 140 0 0,2-41-1 16,-11 8-2-16,-7 0 2 15,1-3-2-15,-11 6 0 16,-17 13 0-16,-22 5 0 15,-11 2 0-15,6-9 0 16,16-20 0-16,32-16 0 16,29-20 0-16,26-21 0 15,23-18 0-15,13-12 0 16,6-10 0-16,3-4 0 16,0 0 0-16,0-3 0 15,23-24-3-15,6-18-9 16</inkml:trace>
  <inkml:trace contextRef="#ctx0" brushRef="#br1" timeOffset="133809.79">15053 8691 2026 0,'0'0'4'0,"0"0"0"0,0 0 2 0,0 0-3 16,-129-6-2-16,89 34-1 15,2 12 1-15,2 8-1 16,10 6 0-16,8 3 2 16,11-6-2-16,7-4 0 15,5-7 0-15,31-11 0 16,12-8 0-16,14-9 0 16,8-8 0-16,-1-1 0 15,-9 0 0-15,-13-1 0 0,-18 4 0 16,-13 0 0-1,-16 8 0-15,0 8 0 16,-21 10 0-16,-21 7 0 0,-9-2 0 16,-5 1 0-1,7-6 0-15,4-6 0 0,14-8 0 16,14-9 0-16,9-9 0 16,8 0 0-16,0-16-2 15,0-21-8-15</inkml:trace>
  <inkml:trace contextRef="#ctx0" brushRef="#br1" timeOffset="134009.67">14800 8751 2033 0,'0'0'2'0,"0"0"-1"0,137-55 4 16,-66 37-3-16,-5 3-2 15,-4-5 1-15,-9-3-1 16,-6 3 0-16,-5 0 0 16,-4 2 0-16,-4-4-3 15</inkml:trace>
  <inkml:trace contextRef="#ctx0" brushRef="#br1" timeOffset="134290.45">15668 8074 2020 0,'0'0'6'16,"0"0"-4"-16,0 0 6 16,-126 177-1-16,61-66-5 15,-16 20-2-15,-13 25 2 16,-19 12-2-16,-10 3 0 15,3-8 0-15,9-20 0 16,22-24 0-16,24-27 0 16,16-22 0-16,16-20 0 15,15-16 0-15,7-17 0 0,8-8 0 16,3-9-4 0,-2-4-58-16</inkml:trace>
  <inkml:trace contextRef="#ctx0" brushRef="#br1" timeOffset="136443.76">16319 10682 2030 0,'0'0'3'0,"0"0"-1"15,0 0 0-15,-136 58 2 16,72 6-2-16,-19 21-1 16,-14 8 0-16,-13 7-1 15,-13-1 2-15,-6-5-2 16,-4-1 0-16,3-3 0 15,10-5 0-15,15-6 0 0,18-11 0 16,18-11 0 0,17-15 0-16,17-12 0 0,18-15 0 15,7-8 0-15,10-3 0 16,0-4 0-16,0 0 0 16,0 0 0-16,14-11-2 15,15-11-2-15,7 1-28 16</inkml:trace>
  <inkml:trace contextRef="#ctx0" brushRef="#br1" timeOffset="136975.78">15401 11908 2025 0,'0'0'7'15,"0"0"-5"-15,0 0 4 16,0 0-3-16,0 0-2 16,0 0 0-16,-73-25-1 15,97 6 0-15,16-6 2 0,12 7-2 16,0 6 0-1,0 10 0-15,-10 2 0 16,-3 12 0-16,-16 18 0 0,-9 14 0 16,-14 8 0-16,0 9 0 15,-18 2 0-15,-15 1 0 16,-7-1 0-16,-7-3 0 16,-4-10 0-16,2-9 0 15,-3-7 0-15,8-12 0 16,11-13 0-16,8-7 0 15,12-2 0-15,11-10 0 16,2-17 0-16,4-10 0 16,29 1 0-16,9 4 0 15,8 7 0-15,-4 12 0 16,-1 9 0-16,-3 4 0 0,-4 0 0 16,-5 9 0-16,-5 5 0 15,0 1 0-15,-1 0 0 16,-5-7 0-16,3-3 0 15,-1-5-3-15,1 0-8 16</inkml:trace>
  <inkml:trace contextRef="#ctx0" brushRef="#br1" timeOffset="137341.82">16022 11828 2029 0,'0'0'9'0,"0"0"-6"0,0 0 0 15,0 0 0-15,0 0-3 0,0 0 0 16,-29-35 0 0,23 76 0-16,-3 14 0 0,3-1 0 15,6-4 0-15,0-2 0 16,4-3 0-16,18-9 0 16,10-5 0-16,5-12 0 15,5-13 0-15,3-6 0 16,-5-5 0-16,-4-21 0 15,-7-6 0-15,-9-5 0 16,-9-6 0-16,-11-5 0 16,0 4 0-16,-17-2 0 15,-18 2 0-15,0 6 0 0,-7 4 0 16,2 10 0 0,-1 7 0-16,4 11 0 0,3 6 0 15,3 0 0-15,6 19 0 16,10 6 0-16,6-5-4 15,6-3-345-15</inkml:trace>
  <inkml:trace contextRef="#ctx0" brushRef="#br1" timeOffset="138969.69">17324 10078 2013 0,'0'0'5'0,"0"0"0"15,0 0 4-15,0 0-3 16,0 0-3-16,0 0-1 16,-87-8-1-16,87 0 0 15,11-5-1-15,22-6 0 16,14-5 0-16,9 0 0 16,7 4 0-16,-1 2 0 15,-4 2 0-15,-13 7 0 16,-10 2 0-16,-15 4-1 15,-18 3-14-15,-2 0-853 0</inkml:trace>
  <inkml:trace contextRef="#ctx0" brushRef="#br1" timeOffset="139158.49">17217 10301 2025 0,'0'0'10'16,"0"0"-7"-16,0 0 0 15,0 0-1-15,0 0-1 16,0 0 0-16,140-25-1 16,-104 23 0-16,-2-3 0 15,3 1 0-15,1-7 0 16,-2-3-2-16,-3-9-25 0</inkml:trace>
  <inkml:trace contextRef="#ctx0" brushRef="#br1" timeOffset="139539.68">18139 9603 2006 0,'0'0'10'16,"0"0"1"-16,0 0-1 16,0 0-7-16,0 0-1 15,-135 10-1-15,94 24 0 16,5-2-1-16,12 1 1 0,9-6-1 15,15-1 0-15,0-2 0 16,22-3 2-16,24-7-2 16,15-2 0-16,5-2 0 15,-3 0 0-15,-12 3 0 16,-11 5 0-16,-13 4 0 16,-13 9 0-16,-12 3 0 15,-2-1 0-15,-14 3 0 16,-19-7 0-16,-5-1 0 15,-4-4 0-15,-3-5 0 16,5-6 0-16,5-5 0 16,3-1 0-16,8-7 0 15,8 0 0-15,7 0 0 16,9-18 0-16,0-13-4 16,27-11-14-16</inkml:trace>
  <inkml:trace contextRef="#ctx0" brushRef="#br1" timeOffset="139788.76">18605 9501 2030 0,'0'0'5'0,"0"0"1"16,0 0-3-16,0 0-2 15,0 0-1-15,0 0 0 16,-12 87 2-16,11-32-2 15,1 5 0-15,0 11 0 0,0 1 0 16,0-5 0-16,0-2 0 16,0-15 0-16,0-12 0 15,4-14 0-15,0-13 0 16,3-11-4-16,0 0-33 16</inkml:trace>
  <inkml:trace contextRef="#ctx0" brushRef="#br1" timeOffset="140035.73">18556 9475 2019 0,'0'0'5'0,"0"0"0"16,78-111 1-16,-27 87-2 0,5 8-3 16,-5 8 1-16,-6 8-1 15,-10 0 0-15,-10 6-1 16,-14 21 1-16,-11 6-1 15,0 10 0-15,-31 0 2 16,-19 1-2-16,-5-5 0 16,-1-8 0-16,7-2 0 15,16-5 0-15,10-6 0 16,17-8-2-16,6-8-18 16</inkml:trace>
  <inkml:trace contextRef="#ctx0" brushRef="#br1" timeOffset="140792.84">17875 12584 2033 0,'0'0'4'0,"0"0"-1"0,0 0 0 15,-130-23-1-15,90 46-2 16,6 14 0-16,5 8 2 15,7 4-2-15,11-5 0 16,9-4 0-16,2-6 0 16,13-8 0-16,24-6 0 15,15-3 0-15,10-5 0 16,1-1 0-16,-7 4 0 0,-12-2 0 16,-15 4 0-16,-15 1 0 15,-12 0 0-15,-2 4 0 16,-14 0 0-16,-17 2 0 15,-15-3 0-15,-4-6 0 16,2-3 0-16,-2-1 0 16,13-5 0-16,3-5 0 15,10-1 0-15,11 0 0 16,7 0 0-16,6-14-2 16,10-17-9-16</inkml:trace>
  <inkml:trace contextRef="#ctx0" brushRef="#br1" timeOffset="141026">18171 12468 1736 0,'0'0'303'0,"0"0"-301"16,0 0 0-16,0 0-1 15,0 0 0-15,0 107 1 16,15-54-2-16,-2 8 0 15,3 2 0-15,0-4 0 16,-6-2 0-16,-2-6 0 16,-6-6 0-16,-2-7 0 15,0-7 0-15,0-14-4 0,-14-13-161 16</inkml:trace>
  <inkml:trace contextRef="#ctx0" brushRef="#br1" timeOffset="141288.29">18239 12377 2031 0,'0'0'4'0,"0"0"1"16,0 0-2-16,65-111-2 16,-25 101 0-16,0 10-1 15,0 0 0-15,-7 18 0 16,-8 22 0-16,-15 8 2 15,-10 4-2-15,-10 0 0 0,-30-2 0 16,-9-1 0-16,-2-5 0 16,2-6 0-16,7-8 0 15,11-12 0-15,10-12 0 16,13-6-6-16,8-12-183 16</inkml:trace>
  <inkml:trace contextRef="#ctx0" brushRef="#br1" timeOffset="141520.51">18924 12320 2037 0,'0'0'3'16,"0"0"-2"-16,0 0 3 15,0 0-2-15,148-10-2 16,-94-9 0-16,-2-2 0 16,-6 1 0-16,-7 2 0 15,-8 0-2-15,-14 4-7 16</inkml:trace>
  <inkml:trace contextRef="#ctx0" brushRef="#br1" timeOffset="141707.85">18955 12578 1974 0,'0'0'61'0,"0"0"-61"15,0 0 6-15,0 0-3 16,121 6-2-16,-62-25-1 16,3-2 0-16,0 2 0 15,4-3 0-15,-6 0 0 16,-3-5 0-16,-5-3-12 15</inkml:trace>
  <inkml:trace contextRef="#ctx0" brushRef="#br1" timeOffset="142263.09">20207 11821 2037 0,'0'0'4'15,"0"0"-2"-15,0 0-1 16,0 0 0-16,85-117-1 16,-59 71 0-16,-1-11 0 15,-1-7 0-15,-6-3 0 0,-7 6 0 16,-4 16 0-16,-5 13 0 15,-2 14 0-15,0 10 0 16,0 8 2-16,0 0-2 16,0 31 0-16,0 22 0 15,0 13 0-15,0 2 0 16,7 1 0-16,8-8 0 16,5-4 0-16,3-6 0 15,-6-4 0-15,-1-7 0 16,-7-2 0-16,-9-3 0 15,0-2 0-15,-27-1 0 16,-13-4 0-16,-7-4 0 16,-4-4 0-16,2-6 0 15,9-5 0-15,16-5 0 16,13-3 0-16,9 1 0 0,2-2 0 16,0 0 0-1,17-2 0-15,20-16 0 0,15-4 0 16,6 3 0-16,2-6 0 15,1 3 0-15,-6 3 0 16,-8 0 0-16,-10 2 0 16,-6 5 0-16,-10 1-2 15,-5 1-12-15</inkml:trace>
  <inkml:trace contextRef="#ctx0" brushRef="#br1" timeOffset="142591.13">19930 12697 2013 0,'0'0'31'0,"0"0"-31"0,0 0 1 16,0 0 1-16,148-48-2 15,-41 6 0-15,16-4 0 16,12-3 0-16,1 8 0 16,-2 4 0-16,-9 9 0 15,-17 9 0-15,-18 4 0 16,-28 5 0-16,-29 6 0 16,-20 2 0-16,-7 0 0 0,-6 2 0 15,0 0 0-15,-27 4 0 16,-13 16 0-16,-14 5-5 15,-13-1-49-15</inkml:trace>
  <inkml:trace contextRef="#ctx0" brushRef="#br1" timeOffset="142992.2">20138 13265 2039 0,'0'0'2'16,"0"0"0"-16,0 0 0 15,127-57 0-15,-61 29-2 16,1 4 0-16,-7 7 0 16,-11 8 0-16,-15 9 0 15,-11 0 0-15,-15 26 0 16,-8 14 0-16,0 11 0 15,-29 9 0-15,-15-2 0 16,-3-2 0-16,3-5 0 16,3-4 0-16,15-13 0 15,10-12 0-15,12-8 0 16,4-14 0-16,24 0 0 16,20-2 0-16,14-24 0 0,5-2 0 15,-1-2 0-15,-6-2 0 16,-2-2 0-16,-6 0 0 15,-4-3 0-15,1-1 0 16,-5-6-8-16,-1-1-637 16</inkml:trace>
  <inkml:trace contextRef="#ctx0" brushRef="#br1" timeOffset="143328.6">21210 12856 2038 0,'0'0'4'0,"0"0"-2"15,0 0 1-15,0 0-3 16,0 0 0-16,0 0 0 16,-123 85 0-16,94-44 0 15,7 5 0-15,4 2 0 16,7-4 0-16,8-4 0 16,3-7 0-16,9-14 0 15,27-10 0-15,17-9 0 16,7 0 0-16,7-28 0 15,1-7 0-15,-8-5 0 16,-7-4 0-16,-12 3 0 16,-12-1 0-16,-19 4 0 15,-10 4 0-15,0 6 0 0,-33 6 0 16,-10 9 0-16,-10 4 0 16,-7 5 0-16,0 4 0 15,-2 0 0-15,8-2 0 16,2-7-11-16</inkml:trace>
  <inkml:trace contextRef="#ctx0" brushRef="#br1" timeOffset="144764.6">3909 8366 2029 0,'0'0'5'0,"0"0"-3"0,0 0 0 0,0 0-1 16,0 0 1-16,0 0 0 16,0 0-1-16,80 20 0 15,-11-50-1-15,20-19 2 16,11-11-2-16,10-8 0 16,-8-4 0-16,-4-3 0 15,-9 8 0-15,-16 9 0 16,-17 14 0-16,-16 15 0 15,-19 13 0-15,-11 9 0 0,-7 7 0 16,-3 0 0 0,0 3-2-16,0 17 2 15,-18 2-5-15,-11 0-96 0</inkml:trace>
  <inkml:trace contextRef="#ctx0" brushRef="#br1" timeOffset="145117.79">3975 8815 1997 0,'0'0'16'0,"0"0"-6"0,0 0-1 15,-22 109-4-15,22-98-1 16,16-11-2-16,15 0-1 15,23-32 0-15,21-24 1 16,23-20-2-16,16-13 0 16,6-6 0-16,-2-2 0 15,-9 11 0-15,-18 14 0 16,-19 19 0-16,-23 19 0 16,-22 14 0-16,-17 13 0 15,-6 5 0-15,-4 2 0 16,0 0 0-16,0 0 0 0,-6 0 0 15,-11 3 0 1,-6 13-2-16,1 6-1 0,-2 0-34 16</inkml:trace>
  <inkml:trace contextRef="#ctx0" brushRef="#br1" timeOffset="147518.88">5469 7542 1932 0,'0'0'73'0,"0"0"-63"16,0 0-6-16,0 0 2 16,0 0-3-16,0 0-1 15,-5 32 2-15,5-31-2 16,2-1 0-16,9 0 0 0,10 0 0 15,10-15-1-15,11-16 0 16,5-6 0-16,4-3-1 16,2-5 0-16,-1 3 0 15,1 2 0-15,0 6 0 16,-5 1 0-16,-6 8 0 16,-9 5 0-16,-4 1 0 15,-7 6 0-15,-6 4 0 16,-5 5 0-16,-6 4 0 15,-5 0 0-15,0 0 0 16,0 4 0-16,0 12 0 16,-19 7 0-16,-1 1-2 15,-4-1-7-15,-7 4-357 0</inkml:trace>
  <inkml:trace contextRef="#ctx0" brushRef="#br1" timeOffset="147939.6">5527 7722 1921 0,'0'0'56'0,"0"0"-42"15,0 0 4-15,0 0-5 0,0 0-6 16,0 0-3-1,-17 112-1-15,17-102 0 0,7-7-1 16,11-3-1-16,9 0 0 16,15-25 0-16,12-15 0 15,8-12-1-15,9-6 0 16,3-1 2-16,-3 3-2 16,-2 9 0-16,-13 11 0 15,-14 5 0-15,-10 12 0 16,-8 2 0-16,-8 5 0 15,-7 3 0-15,-3 5 0 16,-2 3 0-16,-4-1 0 16,0 2 0-16,0 0 0 15,0 0 0-15,0 0 0 0,0 0-2 16,0 0 2-16,0 0 0 16,-3 0-1-16,-4 6-1 15,-4-5-17-15</inkml:trace>
  <inkml:trace contextRef="#ctx0" brushRef="#br1" timeOffset="149321.53">6125 9260 2005 0,'0'0'9'0,"0"0"-7"0,0 0 3 16,0 0 1-16,0 0-2 16,0 0-2-16,13 72 1 15,-3-60-1-15,1-5-1 16,3-2 1-16,3-5-1 16,8 0 0-16,2-13 0 15,10-18-1-15,5-11 1 16,8-4-1-16,3-9 0 15,3 5 0-15,-7 6 0 0,-4 7 0 16,-10 11 0-16,-8 6 0 16,-10 9 0-16,-5 5 0 15,-5 5 0-15,-5 1 0 16,-2 0 0-16,0 0 0 16,0 2 0-16,0 14-1 15,-5 2 0-15,-13 4-17 16</inkml:trace>
  <inkml:trace contextRef="#ctx0" brushRef="#br1" timeOffset="149901.91">6154 9465 1954 0,'0'0'61'0,"0"0"-55"16,0 0 0-16,0 0-1 15,0 0-3-15,0 0-1 16,0 25 1-16,3-12 0 0,10-1 1 16,1-2-2-16,6-3-1 15,1-4 1-15,6-3-1 16,5 0 1-16,5-14-1 16,10-19 0-16,9-11 0 15,7-7 0-15,3-4 2 16,1 1-2-16,-7 6 0 15,-8 8 0-15,-12 7 0 16,-11 12 0-16,-9 3 0 16,-5 6 0-16,-1 1 0 15,-3 3 0-15,-5 1 0 16,1 0 0-16,-3 3 0 0,-2 3 0 16,1-2 0-16,0 3 0 15,-3 0 0-15,0 0 0 16,0 0 0-16,0 0 0 15,0 0 0-15,0 0 0 16,0 0 0-16,0 3 0 16,0 1 0-16,-3 1-2 15,-6 2 2-15,-4 0-4 16,-5 3-41-16</inkml:trace>
  <inkml:trace contextRef="#ctx0" brushRef="#br1" timeOffset="151796.59">22047 10682 1997 0,'-112'-113'3'0,"-34"7"4"15,-41 8-2-15,-43 12-1 0,-46 15 0 16,-46 17-2 0,-38 22 0-16,-37 27 1 0,-28 10-3 15,-25 55 1-15,-11 40 0 16,-2 42-1-16,12 35 3 16,25 42-2-16,32 30 0 15,38 33 1-15,55 23-2 16,76 14 1-16,71 2 0 15,76-10 0-15,61-4 0 16,32-10 0-16,76-5 0 16,54-9 0-16,34-22-1 15,27-29 0-15,20-34 0 16,5-25 0-16,20-34 0 16,22-31 0-16,28-46 0 0,29-55 0 15,17-38 0-15,12-74 0 16,-7-35 0-16,-1-34-1 15,-9-15 1-15,-11-10 0 16,-3-13 0-16,-5-5 0 16,3-11 0-16,-8-9 0 15,-24-7 0-15,-38-13 0 16,-57-12 0-16,-59-9-1 16,-64-21 1-16,-61-10 1 15,-32 2-1-15,-76 7 0 16,-42 17 1-16,-27 32-1 15,-32 39 0-15,-17 38 0 16,-15 53 0-16,-16 41 0 0,-1 36 0 16,0 38 0-16,13 7 0 15,23 48 0-15,18 14 0 16,24 18 0-16,17 1-4 16,19-9-38-16</inkml:trace>
  <inkml:trace contextRef="#ctx0" brushRef="#br1" timeOffset="152794.69">21203 11137 2015 0,'0'0'7'0,"0"0"-1"0,0 0-4 0,0 0 2 0,0 0-3 15,0 0 0-15,-14 25 2 16,10-11-1-16,2 5 0 16,2-2-2-16,0-3 1 15,0 1 0-15,0-3-1 16,15-3 0-16,7-7 0 16,9-2 2-16,15-2-2 15,7-21 0-15,7-7 0 0,0-3 0 16,-4 0 0-16,-16 8 0 15,-11 4 0-15,-13 8 0 16,-12 10 0-16,-4 0 0 16,0 3 0-16,0 0 0 15,0 0 0-15,0 0 0 16,-11 13 0-16,-16 7-2 16,1 0-7-16</inkml:trace>
  <inkml:trace contextRef="#ctx0" brushRef="#br1" timeOffset="153342.1">20962 11390 1997 0,'0'0'15'0,"0"0"-8"0,0 0-2 16,0 0-3-1,0 0 2-15,0 0 0 0,-3 50-1 16,3-39 0-16,3 0-2 15,17-1 0-15,7-6 0 16,11-4 0-16,9 0-1 16,9-2 1-16,4-16-1 15,2-8 0-15,0-3 0 16,1 0 0-16,-5-4 0 16,-4 1 0-16,-8 3 0 15,-9 0 0-15,-8 6 0 16,-6 4 0-16,-8 3 2 15,-1 4-2-15,-3 2 0 16,-5 3 0-16,0 2 0 0,-4 1 0 16,0 2 0-16,-2 2 0 15,0-2 0-15,0 2 0 16,0 0 0-16,0 0 0 16,0 0 0-16,0 0 0 15,-4 6-2-15,-10 10 2 16,-7 2 0-16,0 5-2 15,-6-2-15-15</inkml:trace>
  <inkml:trace contextRef="#ctx0" brushRef="#br1" timeOffset="154375.54">21744 12462 1947 0,'0'0'47'0,"0"0"-35"0,0 0-3 16,0 0 0-16,0 0-4 16,0 0 0-16,0 0-2 15,-27 50 0-15,21-29-1 16,6-1-1-16,0-2 0 0,0-2-1 16,0-4 1-1,0-4-1-15,18-6 0 16,15-2 2-16,18-6-2 0,17-25 0 15,18-14 0 1,15-7 0-16,7-5 0 0,8 1 0 16,0 6 0-16,-13 8 0 15,-18 11 0-15,-25 6 0 16,-20 8 0-16,-16 10 0 16,-11 1 0-16,-7 4 0 15,-2 2 0-15,-4 0 0 16,0 0 0-16,0 0 0 15,0 2 0-15,-16 11 0 16,-9 4 0-16,-6 3 0 16,-9-1-2-16,-4 2-9 0</inkml:trace>
  <inkml:trace contextRef="#ctx0" brushRef="#br1" timeOffset="154975.45">21673 12515 1997 0,'0'0'22'0,"0"0"-14"0,0 0-2 0,0 0-2 16,0 0-3-16,0 0 0 15,-4 32 1-15,4-10 0 16,0 0-1-16,0 1 0 16,13-4-1-16,8-3 2 15,11-1-2-15,10-8 0 16,10-7 0-16,15 0 0 15,15-7 0-15,12-24 0 16,6-5 0-16,-4-2 0 0,-7 0 0 16,-11 3 0-1,-15 7 0-15,-13 4 0 0,-11 6 0 16,-13 5 0-16,-8 1 0 16,-7 8 0-16,-4 0 0 15,-5 2 0-15,1 2 0 16,-1 0 0-16,-2 0 0 15,0 0 0-15,0 0 0 16,0 0 0-16,0 0 0 16,0 0 0-16,-2 0 0 15,-8 6 0-15,-2 1 0 16,0 2 0-16,1-4 0 0,0 1-2 16,0 1 1-16,3-1-1 15,0-2-2-15,4-1-2 16,-1-3-5-16,1 0 2 15,-1 0-18-15,2 0-204 16</inkml:trace>
  <inkml:trace contextRef="#ctx0" brushRef="#br1" timeOffset="156717.13">9126 15119 1991 0,'0'0'22'0,"0"0"-17"0,0 0 1 15,0 0 0-15,0 0-2 16,0 0-1-16,0 28 0 16,0-23-2-16,0-5 1 15,3 0-1-15,4 0-1 16,6-16 1-16,9-18-1 0,3-19 0 15,2-7 0 1,-6 0 0-16,0 2 0 0,-8 8 0 16,-6 13 0-1,-7 14 2-15,0 10-2 0,0 8 0 16,0 5 0-16,0 0 0 16,0 0 0-16,0 9 0 15,0 23 0-15,0 13 0 16,0 7 0-16,0 8 0 15,0 3 0-15,0 2 0 16,0-2 0-16,9-4 0 16,0-2 0-16,-1-7 0 0,0-7 0 15,-4-5 0 1,-2-3 0-16,-2-8 0 0,0-2 0 16,0-5 0-16,-9-4 0 15,-7-2 0-15,-1-3 0 16,-5 0 0-16,-5-5 0 15,0 2 0-15,2 1 0 16,0 1 0-16,12-2 0 16,3-4 0-16,5 0 0 15,2-3 0-15,3-1 0 16,0 0 0-16,0 0 0 16,23 0 0-16,12 0 0 15,13-8 0-15,5-10 0 16,-4 0 0-16,-2 3 0 15,-7 2 0-15,-5-1 0 0,-6 6 0 16,-2 0 0 0,-4 2 0-16,-4 3 0 0,-3-6 0 15,-5 5 0-15,-5 4 0 16,-6 0 0-16,0 0 0 16,0 0 0-16,0 0 0 15,-12 0 0-15,-7 0 0 16,4 0 0-16,-1 0-4 15,3-10-18-15</inkml:trace>
  <inkml:trace contextRef="#ctx0" brushRef="#br1" timeOffset="157949.82">4287 16030 2017 0,'0'0'9'0,"0"0"-3"0,0 0-1 16,0 0-2-16,0 0-2 0,0 0 0 15,-104 18-1-15,65 4 0 16,-3 0 1-16,2-4-1 15,5-12 0-15,10-2 0 16,8-4 0-16,7-10 0 16,8-16 1-16,2-15-1 15,0 6 0-15,25-1 0 16,4 10 0-16,6 11 0 16,5 15 0-16,2 0 1 15,1 37-1-15,-5 7 0 16,-5 6 0-16,-10 8 0 15,-17-1 0-15,-6-3 0 16,0 9 0-16,-31 4 0 0,-11-1 0 16,-8 6 0-16,-4-10 0 15,2-8 0-15,3-14 0 16,2-22 0-16,12-14 0 16,6-4 0-16,10-18 0 15,13-18 0-15,6-4 2 16,0-4-2-16,15 9 0 15,14 4 0-15,4 13 0 16,6 10 0-16,1 8 0 16,6 0 0-16,4 0 0 15,-3 15 0-15,-5 8 0 16,-2-2 0-16,-9 2 0 0,-4 2 0 16,-7-8 0-16,-9-5-2 15,1-2 0-15,-4-10-50 16</inkml:trace>
  <inkml:trace contextRef="#ctx0" brushRef="#br1" timeOffset="158408.46">4472 15942 2015 0,'0'0'9'0,"0"0"-1"0,0 0-1 0,0 0-4 15,0 0-1-15,0 0-2 0,-11-37 1 16,11 55-1 0,0 8 0-16,0 15 2 0,0-1-2 15,0 4 0-15,1 2 0 16,13-2 0-16,0 0 0 16,1-2 0-16,3-4 0 15,1-5 0-15,2-7 0 16,4-8 0-16,4-12 0 15,2-6 0-15,7 0 0 16,3-24 0-16,-4-6 0 16,-6-7 0-16,-4 1 0 15,-9-8 0-15,-7 0 0 0,-11-2 0 16,0-8 0 0,-5 10 0-16,-19 4 0 0,-5 5 0 15,-4 11 0 1,-6 7 0-16,-3 8 0 0,3 5 0 15,-2 4 0-15,1 4 0 16,-1 18 0-16,9 6 0 16,5 3 0-16,9-3 0 15,9 2 0-15,9-4-2 16,0-2-6-16</inkml:trace>
  <inkml:trace contextRef="#ctx0" brushRef="#br1" timeOffset="160398.62">5384 15804 1970 0,'0'0'22'0,"0"0"-10"16,0 0 5-16,0 0-6 16,-123-45-6-16,100 45-3 0,2 0 0 15,-4 12-1-15,3 15 0 16,3 8 0-16,6 9-1 15,4 10 0-15,6 5 1 16,3-6-1-16,0-4 0 16,0-7 0-16,15-8 0 15,5-12 0-15,7-8 0 16,4-10 0-16,5-4 0 16,8 0 0-16,1-27 0 15,-1-8 0-15,-4-13 0 16,-13 2 0-16,-13-7 0 15,-14 3 0-15,0 3 0 16,-10 4 0-16,-10 13 0 0,2 7 0 16,5 15 0-16,7 8 2 15,3 0-2-15,3 27 0 16,0 9 0-16,0 12 0 16,7-3 0-16,15-6 0 15,2-2 0-15,3-9 0 16,2-10 0-16,0-7 0 15,3-11 0-15,-1 0 0 16,1-25 0-16,-2-11 0 16,-5-13 0-16,-4-1 0 15,-5-8 0-15,-11 4 0 16,-5 1 0-16,0 7 0 0,-23 7 0 16,1 13 0-1,4 8 0-15,8 9 0 0,3 9 0 16,2 0 0-16,5 0 0 15,0 19 0-15,0 6 0 16,0-2 0-16,18-5 0 16,7-4 0-16,4-2 0 15,2-6 0-15,2 2 0 16,1-3 0-16,-5-3 0 16,-2 8 0-16,-8 3 0 15,-7 6 0-15,-8 8 0 16,-4 3 0-16,0 2 0 15,-9 0 0-15,-5-2 0 0,5-11 0 16,6-1 0 0,3-14 0-16,0-1 0 0,0-3-2 15,0 0 0-15,15-13-15 16</inkml:trace>
  <inkml:trace contextRef="#ctx0" brushRef="#br1" timeOffset="160659.96">5965 15159 2014 0,'0'0'16'0,"0"0"-10"0,0 0 0 0,0 0-4 16,0 0-1-16,0 0-1 0,-31-18 2 15,47 70-2-15,8 17 0 16,1 2 0-16,4 4 0 15,0 3 0-15,-5 1 0 16,0-7 0-16,-4-5 0 16,-7-10 0-16,-1-7 0 15,-3-9 0-15,-7-18 0 16,0-11-3-16,-2-12-45 16</inkml:trace>
  <inkml:trace contextRef="#ctx0" brushRef="#br1" timeOffset="161005.72">6025 15611 1958 0,'0'0'67'0,"0"0"-66"0,0 0 3 16,0 0 0-16,0 0-1 16,121-32-1-16,-88 10-1 15,1-5-1-15,-4-1 1 16,-5 3-1-16,-5-8 0 15,-6 7 0-15,-6-5 0 16,-5 4 0-16,-3 1 1 16,0 8 0-16,0 4 0 15,0 10 0-15,-3 4 1 16,1 0-2-16,2 4 0 0,0 28 0 16,0 17 0-1,0 8 0-15,15 1 0 0,4 1 0 16,-3-5 0-16,-3-4 0 15,-3-6 0-15,0-4 0 16,-6-6 0-16,-4-7 0 16,0-12-2-16,0-11-26 15</inkml:trace>
  <inkml:trace contextRef="#ctx0" brushRef="#br1" timeOffset="161185.74">6125 15029 2000 0,'0'0'12'15,"0"0"-8"-15,0 0 1 16,0 0-2-16,0 0-1 16,0 0-2-16,21 104-7 15,-15-69-86-15</inkml:trace>
  <inkml:trace contextRef="#ctx0" brushRef="#br1" timeOffset="162189.46">6622 15240 2025 0,'0'0'9'0,"0"0"-5"16,0 0 0-16,0 0-2 15,0 0-1-15,-113 103-1 16,104-50 2-16,2 5-2 16,7 0 0-16,0-8 0 15,13-6 0-15,12-7 0 16,4-12 0-16,4-10 0 15,0-7 0-15,3-8 0 16,3-8 0-16,-4-20 0 0,-4-12 0 16,-2-10 0-16,-9-7 0 15,-8-11 0-15,-8-8-2 16,-4-12 2-16,-2-15 0 16,-26-9 0-16,-2 2 0 15,1 14 0-15,2 21 0 16,5 29 0-16,10 24 0 15,2 12 2-15,5 10-2 16,5 10 0-16,0 32 0 16,0 19 0-16,2 15 0 15,16 8 0-15,6 6 0 16,3-6 0-16,2-3 0 0,-2-5 0 16,0-3 0-16,-3-16 0 15,-2-9 0-15,1-11 0 16,2-20 0-16,-5-12 0 15,6-5 0-15,-4-14 0 16,1-21 0-16,-6-15 0 16,-8-10-3-16,-6-8 1 15,-3-2 1-15,0 6 1 16,-7 14 0-16,-4 20 1 16,4 21-1-16,1 9 2 15,-2 16-2-15,-1 21 1 16,5 7-1-16,4 0 0 15,0 2 2-15,0-2-2 0,4-4 0 16,13-4 0 0,0-12 0-16,3-8 0 0,7-12 0 15,5-4 0-15,1-8 0 16,2-22 0-16,3-8 0 16,0-6 0-16,-5-14 0 15,-6-3 0-15,-11-3 0 16,-16-6 0-16,0 8 0 15,-2 11 0-15,-16 15 0 16,-3 19 0-16,4 9 0 16,6 8 0-16,-1 8 0 15,6 22 0-15,6 7 0 16,0 6 0-16,0 0 0 16,20-4 0-16,9 0 0 0,5-2 0 15,1-1 0-15,3 1 0 16,-3 3 0-16,-8-2 0 15,-6-2 0-15,-9 4 0 16,-9-7 0-16,-3 2 0 16,0-3 0-16,-27-2 0 15,-11-3 0-15,-4-10 0 16,-7-7 0-16,2-1 0 16,-2-9 0-16,5 0 0 15,11-10-2-15,8-16-7 16</inkml:trace>
  <inkml:trace contextRef="#ctx0" brushRef="#br1" timeOffset="163135.74">9886 14777 2029 0,'0'0'8'0,"0"0"-6"0,0 0 0 16,0 0-1-16,-10 104 1 15,20-23-1-15,4 4-1 16,-1-9 2-16,0-12-2 16,-1-5 0-16,-3-12 0 15,-1-3 0-15,-3-13 0 0,-2-9 0 16,-1-6 0 0,-2-12 0-16,0-4 0 0,0 0 0 15,-16-27 0-15,3-19 0 16,6-15 0-16,4-16 0 15,3-20 0-15,0-20 0 16,0-7 0-16,10 7 0 16,7 17 0-16,8 26 0 15,2 22 0-15,-3 18 0 16,-1 18 0-16,-4 16 0 16,-1 4 0-16,0 32 0 15,-4 12 0-15,-6 10 0 16,-8 2 0-16,0 0 0 15,-6 3 0-15,-21-1 0 16,-6-3 0-16,-3-5 0 0,3-10 0 16,4-13 0-16,8-17 0 15,11-10 0-15,5-4 0 16,5 0 0-16,0-10 0 16,7-6 0-16,20 6 0 15,4 6 0-15,4 4 0 16,-1 0 0-16,-3 22 0 15,-2-3 0-15,-3 8 0 16,2-5 0-16,1-4 0 16,2-4 0-16,4-6-3 15,14-8-45-15</inkml:trace>
  <inkml:trace contextRef="#ctx0" brushRef="#br1" timeOffset="163486.69">10600 14506 2033 0,'0'0'5'0,"0"0"-2"0,0 0 0 0,0 0-2 15,-114 18-1-15,87 28 2 16,3 0-2-16,3 0 0 16,10-4 0-16,11-2 0 15,0-5 0-15,11-7 0 16,20-6 0-16,12-10 0 15,4-2 0-15,6-4 0 16,-1 2 0-16,-8 1 0 16,-6 8 0-16,-14 3 0 0,-7 4 0 15,-11 7 0-15,-6-2 0 16,0 3 0-16,-31 6 0 16,-16-6 0-16,-9 4 0 15,-9-4 0-15,-6-4 0 16,-2-3 0-16,-3-7 0 15,7-8 0-15,9-8 0 16,8-2 0-16,6-5-14 16</inkml:trace>
  <inkml:trace contextRef="#ctx0" brushRef="#br1" timeOffset="164648.54">479 10899 1963 0,'0'0'17'0,"0"0"-16"0,-100 135 6 16,76-76 3-16,6-11-3 15,9-10 1-15,9-14-3 16,0-9-1-16,2-11 0 0,27-4-1 15,20-25 3 1,19-33-2-16,20-28-2 0,19-18-1 16,16-21 0-1,8-13-1-15,12-11 0 0,4-9 0 16,0-4 0-16,-2 11 0 16,-7 19 0-16,-15 27 0 15,-21 36 0-15,-29 22 0 16,-30 23 0-16,-26 14 0 15,-12 10 0-15,-5 0 0 16,0 14 0-16,-20 19 0 16,-9 15 0-16,2 3 0 15,-2 11 0-15,0 7-4 16,-8-11-30-16</inkml:trace>
  <inkml:trace contextRef="#ctx0" brushRef="#br1" timeOffset="165108.06">584 11262 1983 0,'0'0'6'0,"0"0"0"0,0 0 4 0,0 0 0 16,-69 120-4 0,69-102-2-16,0-2 0 0,9-9-3 15,29-7 2-15,20-1 0 16,27-39 0-16,29-27-1 16,25-27-1-16,27-30-1 15,17-29 1-15,21-19-1 16,10-17 1-16,-4-9-1 15,-13-5 0-15,-25 21 0 16,-40 28 0-16,-37 43 0 16,-37 41 0-16,-31 29 0 15,-16 16 0-15,-6 13 0 0,-5 6 0 16,7 1 0 0,1 4 0-16,6 1 0 0,4 0 0 15,4 0 0 1,1 0 0-16,0 7 0 0,0 10-1 15,-7 5 1-15,-7 2-5 16,-9-1-59-16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16:57.107"/>
    </inkml:context>
    <inkml:brush xml:id="br0">
      <inkml:brushProperty name="width" value="0.05292" units="cm"/>
      <inkml:brushProperty name="height" value="0.05292" units="cm"/>
      <inkml:brushProperty name="color" value="#FF0000"/>
    </inkml:brush>
  </inkml:definitions>
  <inkml:trace contextRef="#ctx0" brushRef="#br0">10535 6707 1938 0,'-87'-122'26'0,"-24"2"0"0,-32-1-22 0,-33-6 3 16,-38 6-2 0,-34 4-2-16,-30 7 3 0,-28 12 0 15,-29 16-1-15,-38 20-1 16,-43 23-2-16,-41 24-1 15,-38 15 0-15,-28 5-1 16,-12 34 0-16,-6 15 0 16,10 17 0-16,12 21 2 15,22 15 0-15,18 25 0 16,20 27-1-16,18 34 0 16,20 45 0-16,29 39 0 15,31 34-1-15,47 21 0 16,51 12 0-16,67 4 0 15,78-1 0-15,76-1 0 0,48-13 0 16,90-9 0-16,58-5 0 16,51-14 0-16,47-11 0 15,35-19 0-15,43-22 0 16,37-24 0-16,37-17 0 16,28-21 0-16,25-28 0 15,29-26 0-15,19-32-1 16,21-41 1-16,13-42 0 15,7-25 0-15,16-66 0 16,10-50 0-16,12-39 0 16,-1-33 0-16,-5-26 0 15,-23-19 0-15,-36-22 0 16,-36-23 0-16,-49-22 0 0,-46-24 0 16,-49-14 0-16,-63-22 0 15,-71-20 0-15,-73-12 0 16,-84-2 0-16,-54 1 0 15,-105 18 1-15,-86 25-1 16,-77 40 0-16,-78 50 0 16,-65 61 1-16,-53 50-1 15,-37 44 0-15,-15 39-1 16,5 29-1-16,23 12-17 16</inkml:trace>
  <inkml:trace contextRef="#ctx0" brushRef="#br0" timeOffset="710.21">7928 6377 2028 0,'0'0'5'0,"0"0"-5"0,0 0 0 16,0 0 0-16,192-86 3 15,-1-23 2-15,90-44-3 0,84-29-2 16,72-20 1-16,40-15-1 16,12 5 0-16,-7 15 1 15,-40 31-1-15,-59 41 0 16,-92 37 0-16,-101 38 0 16,-90 26 0-16,-62 15 0 15,-36 9 0-15,-2 0 0 16,-44 3 0-16,-28 19 0 15,-26 7 0-15,-10 6 0 16,0-1-1-16,6-3-4 16,2-6-31-16</inkml:trace>
  <inkml:trace contextRef="#ctx0" brushRef="#br0" timeOffset="1026.33">10947 4386 2041 0,'0'0'1'0,"0"0"-1"16,0 0 0-16,0 0 0 15,0 0 1-15,180 50 0 16,-46-34-1-16,20-12 1 16,4-4-1-16,-8 0 0 15,-15 0 0-15,-21 0 0 16,-25 3 0-16,-31 11 0 0,-26 9 0 15,-26 3 0-15,-6 8 0 16,-9 10 0-16,-20 6 0 16,-7 4 0-16,0 2 0 15,1 0 2-15,4 1-2 16,4-1 0-16,2-4 0 16,4 2 0-16,-11-16-2 15,-13-19-19-15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17:16.30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008B"/>
    </inkml:brush>
  </inkml:definitions>
  <inkml:trace contextRef="#ctx0" brushRef="#br0">629 3413 2018 0,'0'0'13'0,"0"0"-12"0,0 0 1 0,-62 102 3 16,62-86-4-16,0-8 1 16,2-6-1-16,20-2 0 15,21-10-1-15,19-36 1 0,29-26 1 16,24-27-2-16,24-21 0 15,17-10 0-15,6-2 0 16,4 7 0-16,-4 14 0 16,-19 19 0-16,-18 18 0 15,-29 20 0-15,-32 16 0 16,-24 14 0-16,-20 14 0 16,-11 8 0-16,-9 2 0 15,0 0 0-15,0 2 0 16,-18 21 0-16,-18 16-2 15,-12 9 0-15,-10 4-9 16,-13 3-756-16</inkml:trace>
  <inkml:trace contextRef="#ctx0" brushRef="#br0" timeOffset="377.79">567 3836 2001 0,'0'0'10'15,"-41"124"-1"-15,37-80 1 16,4-14-4-16,0-16-3 16,22-11 0-16,20-3-2 0,29-50 1 15,37-45 0-15,31-41-2 16,40-31 0-16,18-11 0 15,21 1 0-15,7 11 0 16,-13 13 0-16,-17 20 0 16,-31 22 0-16,-35 22 0 15,-34 25 0-15,-30 18 0 16,-23 18 0-16,-15 10 0 16,-11 12 0-16,-10 4 0 15,-4 2 0-15,-2 0 0 16,0 0 0-16,3 14 0 15,3 16-2-15,-6 4 0 0,0-2-47 16</inkml:trace>
  <inkml:trace contextRef="#ctx0" brushRef="#br0" timeOffset="132749.59">5097 4077 1961 0,'0'0'33'0,"0"0"-28"0,0 0 2 16,0 0-2-16,0 0 4 16,0 0-3-16,0 0-3 15,-48-24-2-15,48 24-1 16,0 0 0-16,21 0 1 15,23 1-1-15,25 8 2 16,29-6-2-16,31-3 1 16,32 0 1-16,28 0-2 15,25 0 1-15,16-3 0 16,10-3 0-16,10 0-1 16,17-3 0-16,11-5 0 0,5-1 0 15,-11-2 0-15,-33-1 0 16,-41 3 0-16,-42-2 0 15,-38 1 0-15,-31 2 0 16,-25 2 0-16,-19 2 1 16,-15 2-1-16,-12 2 0 15,-7 2 1-15,-7 1-1 16,-2 3 0-16,0 0 1 16,0 0-1-16,0 0 1 15,0 0-1-15,0 0 0 16,0 0 0-16,0 0-1 15,0 3-1-15,-4 13-3 16,-11 1-7-16</inkml:trace>
  <inkml:trace contextRef="#ctx0" brushRef="#br0" timeOffset="135435.76">9367 4161 1923 0,'0'0'20'0,"0"0"-14"0,0 0 7 16,0 0 3-16,0 0-5 15,0 0-2-15,-15-7-8 0,15 7 1 16,4 0-1 0,17 0 1-16,6 3 2 0,17 3-3 15,16-5 2-15,13 2 2 16,16-3-3-16,13 0 1 16,8 0-1-16,2 0-1 15,3 0 0-15,-1 0-1 16,-5 0 1-16,-4 0 0 15,-5 0-1-15,1 0 1 16,3 0 0-16,3 0-1 16,7 0 1-16,6-4-1 15,11 0 0-15,8-2 2 0,5 1-2 16,1 2 0 0,-12 0 0-16,-10 3 0 0,-11 0 1 15,-14 0-1-15,-11 3 0 16,-8 5 0-16,4-7 0 15,6 4 0-15,9-5 0 16,7 0 0-16,6 0 0 16,-3 0 0-16,-4-8 0 15,-3-2 0-15,-5 6 1 16,-12-1-2-16,-8 5 1 16,-9 0 0-16,-7 0 0 15,-4 0 0-15,2 0 0 16,4 0 0-16,7 0 1 15,6 0-1-15,6 0 0 16,2-8 0-16,0 1 0 0,2-1 0 16,-2 0 0-16,0 2 0 15,-6 3 0-15,0 2 0 16,-8 1 0-16,-3 0 0 16,-6-3 0-16,-2-1 0 15,-2 1 0-15,5-5-1 16,3-1 1-16,11-2 0 15,8 0 0-15,0 1 0 16,-4 2 0-16,-8 4 0 16,-5 2 0-16,-9 2 0 15,-1 0 0-15,-2 0 0 16,-5 0 0-16,0 0 0 0,-4 0 0 16,-2 0 0-1,2 0 0-15,4 0 0 0,3 0 0 16,1 0 0-16,-2-4 0 15,-1 3 0-15,-4 1 0 16,1 0 0-16,2 0 0 16,2 0 0-16,5 0 0 15,-2 0 0-15,-4 0 0 16,2 0 0-16,0 0 0 16,-2 0 0-16,2 0 0 15,-1-4 0-15,0 2 0 16,3-2 0-16,-1 2 0 15,5 2 0-15,-1 0 0 16,4 0 0-16,6 0 0 16,0 0 0-16,2 0 0 0,2 0 0 15,1 0 0-15,-1 2 0 16,-5 4 0-16,1-1 0 16,-3 4 0-16,-3-2 0 15,-5 0 0-15,-5-2 0 16,-2 1 0-16,0 0 0 15,1 0 0-15,0 0 0 16,6-2 0-16,2 3 0 16,4-2 0-16,-1 1 0 15,-1 1 0-15,0-1 0 0,-2-3 0 16,-5 2 0 0,1-4 0-16,-3 2 0 0,0-3 0 15,2 0 0 1,1 0 0-16,2 0 0 0,-5 0 0 15,2 0 0-15,-6 0 0 16,-4 0 0-16,-1 0 0 16,-2 0 0-16,-2 0 0 15,4 0 0-15,1 0 0 16,5 0 0-16,10 0 0 16,7 0 0-16,7 0 0 15,-1 0 0-15,0 0 0 16,-7 0 0-16,-3 0 0 15,-5 0 0-15,-1 0 0 16,-1 0 0-16,4 0 0 0,-3 0 0 16,3 0 0-1,0 0 0-15,0 0 0 0,2 0 0 16,-1 0 0-16,-8 0 0 16,4 0 0-16,-3 0 0 15,-3 0 0-15,-3 0 0 16,-2 0 0-16,3 0 0 15,3 0 0-15,5 0 0 16,3 0 1-16,2 0-1 16,0 0 0-16,-4 0 0 15,-6 0 0-15,-6 5 0 16,0 1 0-16,3 2 0 0,5-1 0 16,3 0 0-16,1 1 0 15,0-1 0-15,-1-1 0 16,-3 0 0-16,-1-2 0 15,-4 0 0-15,-5 0 0 16,-2-3 0-16,0 4 0 16,0-4 0-16,-2 3 0 15,-7-2 0-15,-2 1 0 16,-2-1 0-16,0-1 0 16,-5-1 0-16,-4 0 0 15,-4 0 1-15,-8 0-1 16,-2 0 0-16,-2 0 0 15,-2 0 0-15,0 0 1 0,0 0-1 16,0 0 1 0,0 0-1-16,0 0 0 0,0 0 0 15,0 0 0-15,0 3 0 16,-24-3-5-16,-25 0-19 16</inkml:trace>
  <inkml:trace contextRef="#ctx0" brushRef="#br0" timeOffset="163970.01">10860 5528 2033 0,'0'0'0'0,"0"0"0"16,0 0 0-16,0 0 0 15,0 0 3-15,169 10-1 16,26-16-1-16,47-10 1 0,44 3 0 16,43 0-2-1,48-5 1-15,64-4 0 0,74-12-1 16,77-9 0-16,59-1 0 16,28 8 0-16,15 10 0 15,-35 4 0-15,-69 11 0 16,-95-1 0-16,-112 7 0 15,-111 4 0-15,-92-6 0 16,-64-3 0-16,-47-4 0 16,-30-4 0-16,-20 4 0 15,-9 2 0-15,-8 2 2 16,-2 5-2-16,0-4 0 0,0 3 0 16,0 2 0-16,-2 0-2 15,-30 2 0-15,-13-4-11 16</inkml:trace>
  <inkml:trace contextRef="#ctx0" brushRef="#br0" timeOffset="165872.21">8060 5739 1986 0,'0'0'8'0,"0"0"-1"0,-43 103 6 16,41-60-2 0,2-3-6-16,0-6-2 0,13-9-2 15,19-12 1-15,16-13 0 16,24-2 0-16,28-41 0 16,25-24-1-16,26-23 0 15,28-14-1-15,23-13 1 16,18-11-1-16,13-2 0 15,-8-2 0-15,-12 9 2 16,-23 13-2-16,-27 18 0 16,-34 15 0-16,-27 17 0 15,-28 16 0-15,-23 14 0 16,-16 8 0-16,-14 10 0 16,-7 4 0-16,-12 6 0 0,-2 2 0 15,0 0 0-15,-2 0 0 16,-19 18 0-16,-8 13-2 15,-9 2 0-15,-11 3-9 16</inkml:trace>
  <inkml:trace contextRef="#ctx0" brushRef="#br0" timeOffset="166767.94">1947 5668 2010 0,'0'0'6'0,"0"0"-5"0,0 0 0 15,0 0 1-15,0 0 2 16,0 0-3-16,-89 89 0 16,89-71 2-16,14-2-3 0,24-4 3 15,26-10 1-15,26-2-1 16,34-14 0-16,30-30-2 15,29-21-1-15,18-14 1 16,3-20-1-16,6-11 0 16,8-14 0-16,2-1 1 15,-1 1-1-15,-7 10 0 16,-30 13 0-16,-32 17 0 16,-43 23 0-16,-40 22 0 15,-32 19 0-15,-22 12 0 16,-11 6 0-16,-2 2 0 15,0 0 0-15,0 0 0 16,0 4-2-16,-6 11-9 0,-13 6-55 16</inkml:trace>
  <inkml:trace contextRef="#ctx0" brushRef="#br0" timeOffset="170109.17">12014 7014 2027 0,'0'0'7'0,"0"0"-4"0,0 0 1 15,0 0-2-15,0 0-2 16,-114 12 1-16,84 28-1 16,-4 16 0-16,2 14 1 15,7 7-1-15,8-1 0 16,13-8 0-16,4-12 0 15,7-14 0-15,26-15 0 16,14-13 0-16,11-14 0 0,5 0 2 16,-1-24-2-16,-2-15 0 15,-11-5 0-15,-14-4 0 16,-10 2 0-16,-17 2 0 16,-8 8 0-16,0 9 0 15,0 14 0-15,0 9 0 16,0 4 0-16,0 14 0 15,-4 30 0-15,0 16 0 16,2 4 0-16,2-1 0 16,0-11 0-16,0-9 0 0,4-10 0 15,14-15 0 1,-1-14 0-16,8-4 0 0,4-15 0 16,0-25 0-16,0-10 0 15,-6-10 0-15,-4-2 0 16,-3-1 0-16,-7 6 0 15,3 15 0-15,-6 13 0 16,-4 16 0-16,3 10 0 16,-5 3 0-16,0 0 0 15,2 19 0-15,2 10 0 16,-2 9 0-16,0 1 0 16,-2-3 0-16,3-3 0 15,2 0 0-15,-2-7 0 16,9-10 0-16,4-10-3 15,7-6-21-15</inkml:trace>
  <inkml:trace contextRef="#ctx0" brushRef="#br0" timeOffset="170433.78">12855 7032 2026 0,'0'0'9'0,"0"0"-4"15,0 0-2-15,0 0-1 16,0 0-2-16,0 0 0 15,-121-21 2-15,99 69-2 16,6 2 0-16,11-2 0 16,5-6 0-16,0-6 0 15,23-10 0-15,10-6 0 0,5-10 0 16,5-4 0-16,-3-2 0 16,-9-4 0-16,-6 4 0 15,-10 0 0-15,-4 6 0 16,-11 7 0-16,0 6 0 15,-11 7 0-15,-23 0 0 16,-1 0 0-16,-1-1 0 16,-1-8 0-16,6-3 0 15,4-7 0-15,6-7 0 16,15-4-3-16,6-4-7 16</inkml:trace>
  <inkml:trace contextRef="#ctx0" brushRef="#br0" timeOffset="170665.11">13153 6669 2001 0,'0'0'35'0,"0"0"-30"16,0 0-2-16,0 0-2 16,0 0-1-16,0 0 2 15,-38-12-2-15,38 68 0 16,2 13 0-16,14 5 0 15,4 2 0-15,-2-2 0 16,1-8 0-16,-3-7 0 16,-1-8 0-16,-5-4 0 15,-8-15-3-15,-2-12-27 16</inkml:trace>
  <inkml:trace contextRef="#ctx0" brushRef="#br0" timeOffset="172180.33">13117 7109 1941 0,'0'0'90'0,"0"0"-86"16,0 0 0-16,0 0-3 15,0 0 0-15,123-105-1 16,-76 77 1-16,-5 0-1 16,-4 0 0-16,-9 2 0 15,-7 5 0-15,-7 9 0 16,-10 7 0-16,-5 5 0 15,0 0 1-15,0 10-1 16,-9 24 0-16,-10 10 1 16,-3 6-1-16,9-2 1 0,5 1-1 15,5-8 0-15,3-5 0 16,0-7 0-16,0-5 0 16,19-10 0-16,2-8 2 15,4-6-2-15,0 0 0 16,-1-3 0-16,-4-14 0 15,-4-5 0-15,-10-6 0 16,-6-8-2-16,0-8 2 16,0-11 0-16,0-3 0 15,0 0 0-15,1 10 0 0,12 10 0 16,2 11 0 0,1 13 0-16,4 9 0 0,0 5 0 15,1 0 0-15,0 9 0 16,-3 19 0-16,-5 7 0 15,1 5 0-15,-3-2 2 16,-4 0-2-16,2-3 0 16,0 1 0-16,-3-6 0 15,-4-7 0-15,1-9 0 16,-3-6 0-16,0-6-2 16,0-2 2-16,0 0 0 15,0-18-1-15,0-18 0 16,0-10 1-16,0-8 0 15,4-6 0-15,14 9 0 16,0 3 0-16,2 19 0 0,0 10 1 16,-3 13-1-1,2 6 0-15,-3 0 0 0,-1 21 1 16,1 8-1-16,-3 6 0 16,-2 1 0-16,0-1 0 15,-2-4 0-15,-5-3 0 16,1-6 0-16,-1-7 0 15,1-6 0-15,-3-7 0 16,3-2 0-16,1 0 0 16,3-20 0-16,3-14 0 15,3-12 0-15,-1-2 0 16,-4 5 0-16,1 11 0 0,-3 17 0 16,-4 8 0-16,-2 7 0 15,0 0 0-15,5 4 0 16,-1 19 0-16,6 4 0 15,-1 3 0-15,2-7 0 16,6-5 0-16,7-5 0 16,7-9 2-16,5-4-2 15,7 0 0-15,1-25 0 16,-1-7 0-16,-9 0 0 16,-15-4 0-16,-11 0 0 15,-10-3 0-15,0 0 0 16,-8 0 0-16,-11 9 0 0,-1 12 0 15,2 8 0-15,2 10 0 16,1 0 0 0,-4 20 0-16,7 18 0 0,2 4 0 15,8 2 0-15,2 4 0 16,0-4 0-16,7-1 0 16,10-11 0-16,4-8 0 15,6-8 0-15,1-10 0 16,7-6 0-16,0 0 0 15,7-12 0-15,5-16 0 16,-5-10 0-16,-4-6 0 16,-13-9 0-16,-12-5 0 15,-8-6 0-15,-5 2 0 16,0 4 0-16,-10 9 0 16,-3 18 0-16,3 11 0 0,-2 16 0 15,-1 4 0-15,-1 10 0 16,1 20 0-16,4 4 0 15,6 3 0-15,3-8 0 16,0-5 0-16,6-6 0 16,9-6 0-16,3-8 0 15,3-4 0-15,4 0 0 16,2-10 0-16,-2-10 0 16,-1-4 0-16,-2-1 0 15,-6 6 0-15,-5 0 0 16,-1 7 0-16,-6 5 0 15,0 3 0-15,3 4 0 0,1 0 0 16,6 0 0-16,1 19 0 16,1 10 0-1,-3 3 0-15,-1 8 0 0,-8 1 0 16,1 4 0-16,-3 2 0 16,-2-3 0-16,2-5 0 15,0-3 0-15,5-7 0 16,2-9 0-16,2-5 0 15,2-4 0-15,-1-7 0 16,1-2 0-16,-2-2 0 16,0 0 0-16,0 0 0 15,-6 0 0-15,2-12 0 16,-5-6-2-16,4-7-8 16</inkml:trace>
  <inkml:trace contextRef="#ctx0" brushRef="#br0" timeOffset="173019.69">15008 6548 2027 0,'0'0'1'0,"0"0"-1"0,121-29 1 16,-22 21 2-16,30 2 3 15,39 4-4-15,46-3 0 16,56 5-1-16,49 0 0 15,27 5-1-15,-3 21 1 16,-38 10-1-16,-58 10 0 16,-51 2 0-16,-44-4 0 15,-36-8 0-15,-30-6 0 16,-26-10 0-16,-13-6 0 0,-9-4 0 16,-9-10 0-16,-7 0 0 15,-9 0 0-15,-6 0 0 16,-2 0 0-16,-5 0 0 15,0 0 0-15,0 0 0 16,-16 0-1-16,-9-11-5 16,-2-12-28-16</inkml:trace>
  <inkml:trace contextRef="#ctx0" brushRef="#br0" timeOffset="173423.91">18114 6294 2039 0,'0'0'2'16,"0"0"-2"0,0 0 1-16,0 0 0 0,0 0 1 15,0 0 0-15,32 128-2 16,3-87 0-16,6-6 0 16,5 1 0-16,4-7 0 15,3-1 0-15,-2-4 0 16,-2 0 0-16,-9 0 0 15,-10-1 0-15,-6 2 0 16,-18 3 0-16,-6 6 0 16,0 6 0-16,-35 8 0 15,-12 4 0-15,-10 1 0 0,-6-1 0 16,1-4 0 0,2-4 0-16,2-4 0 0,4-5 0 15,12-9 0-15,11-8 0 16,7-9 0-16,13 0 0 15,5-7 0-15,2 0 0 16,4-2 0-16,0 0 0 16,0 0 0-16,0 0 0 15,0-2 0-15,13-14-3 16,3-2-37-16</inkml:trace>
  <inkml:trace contextRef="#ctx0" brushRef="#br0" timeOffset="176221.76">19416 6904 1975 0,'0'0'39'0,"0"0"-36"15,0 0 1-15,0 0 6 16,0 0-5-16,0 0-2 16,0 0-2-16,36-72 0 0,-18 33 0 15,4 2-1 1,-2 3 0-16,-5 1 1 0,-1 10-1 16,-5 6 1-1,-5 9-1-15,-4 8 1 0,0 0-1 16,0 26 0-16,0 26 0 15,0 14 0-15,0 5 0 16,0-7 0-16,0-8 0 16,0-4 0-16,0-3 0 15,0-6 0-15,-4 0 0 16,-7-6 0-16,-3-4 0 16,-1-9 0-16,-1-7 0 15,3-8 0-15,-1-4 0 16,1-5 0-16,3 0 0 0,2 0 0 15,3 0 0-15,5 0 2 16,0 0-2-16,0 0 0 16,0 0 0-16,0 0 0 15,0 0 0-15,19-2 0 16,16-13 0-16,16-3 0 16,5-2 0-16,2 0 0 15,0-5-2-15,2 0 0 16,-6-7-13-16</inkml:trace>
  <inkml:trace contextRef="#ctx0" brushRef="#br0" timeOffset="176447.7">19988 6547 1941 0,'0'0'89'0,"0"0"-83"0,0 0-1 15,0 0-2-15,0 0-2 16,0 0-1-16,0-22 0 15,0 64 0-15,0 16 2 16,0 14-2-16,0 4 0 16,0 3 0-16,0-5 0 15,0-6 0-15,0-8 0 16,0-5 0-16,0-7 0 16,0-17-2-16,0-15-12 15</inkml:trace>
  <inkml:trace contextRef="#ctx0" brushRef="#br0" timeOffset="177235.03">20383 6672 2027 0,'0'0'5'0,"0"0"-1"16,0 0 1-16,0 0-3 15,0 0-2-15,-123 3 0 16,88 39 1-16,4 4-1 15,6 2 1-15,7-5-1 16,9-5 0-16,9-8 0 16,0-6 0-16,27-7 0 15,17 0 0-15,16-9 0 16,12-8 0-16,4 0 0 16,6 0 0-16,-2-16 0 15,-4-10 0-15,-5-3 0 0,-6-4-1 16,-12-8 1-16,-11-2 0 15,-15-4 0-15,-17 5 0 16,-10 4 0-16,0 8 0 16,-16 10 1-16,-9 6-1 15,1 10 0-15,-5 4 0 16,3 2 0-16,-8 25 2 16,5 6-2-16,2 5 0 15,7 0 0-15,11-2 0 16,7-5 0-16,2-12 0 0,2-6 0 15,27-9 0-15,7-4 0 16,6 0 0-16,1-18 0 16,-3-8 0-16,-9-4 0 15,-9-4 0-15,-11 1 0 16,-7 3 0-16,-4 2 0 16,0 10 0-16,0 8 0 15,0 6 0-15,0 4 0 16,0 0 0-16,0 16 0 15,-2 31 0-15,0 20 0 16,2 20 0-16,0 9 0 16,2 8 0-16,21 2 0 15,1 5 0-15,-2-3 0 0,-8-2 0 16,-10-9 0 0,-4-11 0-16,0-12 0 0,-18-12 0 15,-11-10 0-15,-11-14 0 16,-2-7 0-16,-1-16 0 15,6-12 0-15,3-3 0 16,10-18 0-16,4-27 0 16,11-14 0-16,9-18 0 15,0-13 0-15,36-10 0 16,8-4 0-16,8 4 0 16,6 8 0-16,-3 19 0 15,-2 16 0-15,-3 19 0 16,-13 12 0-16,-7 14-3 15,-15 12-12-15</inkml:trace>
  <inkml:trace contextRef="#ctx0" brushRef="#br0" timeOffset="177632.57">20192 7726 2032 0,'0'0'8'0,"0"0"-6"0,0 0 0 16,0 0-1-16,0 0 1 16,0 0-2-16,-32 44 0 15,32 35 0-15,0 8 0 16,0 1 0-16,0-5 0 16,0-5 0-16,3-3 0 15,-1-2 0-15,-2-2 0 16,0-9 0-16,0-10 0 0,-19-14 0 15,4-12 0-15,-1-15-7 16,1-11-254-16</inkml:trace>
  <inkml:trace contextRef="#ctx0" brushRef="#br0" timeOffset="177947.24">19928 8155 2026 0,'0'0'8'0,"0"0"-4"16,0 0 0-16,0 0-2 15,0 0-2-15,0 0 0 16,-35 123 1-16,35-63-1 16,8 3 2-16,6-4-2 15,1-12 0-15,6-11 0 0,3-17 0 16,10-13 0 0,10-6 0-16,16-8 0 0,9-30 0 15,5-10 0 1,-1-8 0-16,-4 1 0 0,-12 4 0 15,-5 11 0-15,-14 7 0 16,-11 13 0-16,-11 8 0 16,-9 6 0-16,-5 2 0 15,-2 4 0-15,0 0 0 16,0 4 0-16,-23 20 0 16,-10 2-2-16,-13 5-23 15</inkml:trace>
  <inkml:trace contextRef="#ctx0" brushRef="#br0" timeOffset="178292.74">19302 9046 2039 0,'0'0'3'0,"0"0"-2"16,0 0 0-16,0 0 2 0,0 0-3 16,0 0 0-16,0 44 0 15,0 28 0-15,-4 6 0 16,-6 4 0-16,4-8 0 15,2-3 0-15,-1-7 0 16,3-7 0-16,2-2 0 16,0-9 0-16,0-10 0 15,0-12-3-15,0-16-81 16</inkml:trace>
  <inkml:trace contextRef="#ctx0" brushRef="#br0" timeOffset="179229.45">19596 9180 2035 0,'0'0'4'15,"0"0"-2"-15,0 0 1 16,0 0-2-16,0 0-1 16,0 0 2-16,-46 40-2 15,21 6 0-15,5 4 0 16,9 1 0-16,6-5 0 15,5-6 0-15,0-8 0 16,9-14 0-16,16-13 0 16,6-5 0-16,2-5 0 15,3-19 0-15,-4-9 0 0,-2-5 0 16,-4-10 0 0,2-5 0-16,-4-4 0 0,6-1 0 15,3 6 0-15,2 8 0 16,-3 11 0-16,-3 16 0 15,-9 13 0-15,-3 4 0 16,-3 14 0-16,-3 23 0 16,0 6 0-16,-4 3 0 15,2-2 0-15,2-2 0 16,3-6 0-16,1-8 0 16,3-4 0-16,1-10 0 15,0-8 0-15,5-6 0 0,-4 0 0 16,0-4 0-1,1-19 0-15,-6-10 0 0,-4-7 0 16,-8-8 0-16,-3-2 0 16,0 0 0-16,-17 4 0 15,-12 14 0-15,-6 10 0 16,-9 12 0-16,-1 10 0 16,-2 0 0-16,5 0 0 15,8 14 0-15,9 1 0 16,13-5 0-16,7 1 0 15,5-8 0-15,0-3 0 16,34 0 0-16,10 0 0 16,9-20 0-16,5-2 0 15,-4 3 0-15,-5 1 0 16,-2 1 0-16,-3 8 0 0,-5-2 0 16,-13 9 0-16,-8 2 0 15,-12 0 0-15,-4 9 0 16,-2 17 0-16,0 4 0 15,0 5 0-15,0 2 0 16,0 1 0-16,0-3 0 16,0-2 0-16,16-7 0 15,6-4 0-15,7-10 0 16,4-8 0-16,8-4 0 16,1 0 0-16,3-16 0 15,-3-12 0-15,-8-6 0 16,-10-2 0-16,-13-6 0 0,-11-2 0 15,0 0 0-15,-15-1 0 16,-18 9 0-16,-1 8 0 16,-4 12 0-16,4 7 0 15,-1 9 0-15,1 0 0 16,3 9 0-16,0 15 0 16,4 6 0-16,5 1 0 15,9 3 0-15,6-2 0 16,7-5-3-16,0-6-18 15</inkml:trace>
  <inkml:trace contextRef="#ctx0" brushRef="#br0" timeOffset="180332.82">21162 8722 2032 0,'0'0'4'0,"0"0"0"15,0 0 0-15,-115-87-3 16,78 87-1-16,0 9 0 16,-5 28 2-16,-1 8-2 15,6 10 0-15,5-1 0 16,15-2 0-16,12-7 0 16,5-6 0-16,12-15 0 15,23-9 0-15,9-15 0 16,6 0 0-16,-4-15 0 15,-5-11 0-15,-12-6 0 0,-8 2 0 16,-7-1 0-16,-9 4 0 16,-5 3 0-16,0 10 0 15,0 6 0-15,0 6 0 16,0 2 0-16,0 16 0 16,0 26 0-16,-9 18 0 15,-1 14 0-15,1 7 0 16,1 1 0-16,-3 5 0 15,-3-2 0-15,-1 1 0 16,-7-3 0-16,-3-4 0 16,-2 0 0-16,-6-5 0 15,2-10 0-15,-1-7 0 16,3-17 0-16,5-18 0 0,3-10 0 16,8-12 0-16,7-12 0 15,6-28 0-15,0-19 0 16,2-17 0-16,23-20 0 15,10-14 0-15,10-11 0 16,10-1 0-16,6 6 0 16,1 7 0-16,-2 12 0 15,-2 6 0-15,-4 13 0 16,-6 13 0-16,-3 15 0 16,-7 17 0-16,-11 10 0 15,-5 19 0-15,-6 4 0 16,-7 22 0-16,-4 25 0 15,-3 11 0-15,-2 10 0 16,0 4 0-16,0-2 0 0,0 3 0 16,0-12 0-16,-7-4 0 15,-2-19 0-15,2-14 0 16,5-16 0-16,2-8 0 16,0-7 0-16,20-26 0 15,9-15 0-15,-3-15 0 16,-1-7 0-16,-6-3 0 15,5 8 0-15,-5 13 0 16,2 18 0-16,-4 10 0 16,-3 11 0-16,-1 13 0 15,-1 0 0-15,3 13 0 0,3 17 0 16,-5 8 0 0,1 4 0-16,-3-2 0 0,-1-4 0 15,2-7 0-15,-5-12 0 16,-1-7 0-16,5-10 0 15,5 0 0-15,7-19 0 16,3-18 0-16,3-9 0 16,3-4 0-16,-7-3 0 15,0 6 0-15,-4 6 0 16,-9 13 0-16,0 13 0 16,-7 8 0-16,-3 7 0 15,0 0 0-15,2 22 0 0,1 14 0 16,4 7 0-1,0-1 0-15,2-4 0 0,7-6 0 16,4-6 0 0,10-12 0-16,7-10 0 0,13-4 0 15,7-16 0-15,3-18 0 16,-1-2 0-16,-8-6 0 16,-5-8-2-16,-9-11-2 15,-9-11-25-15</inkml:trace>
  <inkml:trace contextRef="#ctx0" brushRef="#br0" timeOffset="180759.77">22276 7907 1986 0,'-135'-71'22'0,"-32"15"-14"0,-32 16 4 16,-32 16-6-16,-41 24-2 0,-44 10-2 16,-37 46 0-16,-32 32-1 15,-7 35-1-15,16 35 1 16,41 34 0-16,57 31 1 15,62 20-2-15,71 10 0 16,64 7 0-16,66-1 0 16,35-4 0-16,74-21 0 15,44-23 0-15,42-41 0 16,43-46 0-16,42-50 0 16,36-61 0-16,24-38 0 15,7-66 0-15,-4-37 0 16,-16-28 0-16,-14-7 0 0,-12-12 0 15,-15-10 0-15,-10-3 0 16,-16-14 0-16,-16-9 0 16,-26-14 0-16,-43-12 0 15,-52 3 0-15,-68 8 0 16,-58 17 0-16,-109 38 0 16,-85 34 0-16,-84 42 0 15,-69 44 0-15,-53 51 0 16,-20 26 0-16,14 58 0 15,62 35 0-15,78 20 0 16,88 22 0-16,69 13-5 16</inkml:trace>
  <inkml:trace contextRef="#ctx0" brushRef="#br0" timeOffset="184632.42">19752 10810 2039 0,'0'0'2'0,"0"0"-1"15,0 0 0-15,0 0 0 16,0 0 0-16,0 0-1 15,0 0 0-15,-104 193 2 16,70-74-2-16,-2 27 0 16,-1 16 0-16,-4 9 0 15,1 0 0-15,-4-6 0 16,-3-19 0-16,5-17 0 16,3-23 0-16,14-28 0 15,6-21 0-15,13-21 0 16,4-18 0-16,2-10 0 15,0-8 0-15,0 0-2 0,-5-29-2 16,-2-13-47-16</inkml:trace>
  <inkml:trace contextRef="#ctx0" brushRef="#br0" timeOffset="184997.9">19080 11828 2034 0,'0'0'6'15,"0"0"-5"-15,0 0 0 16,0 0 1-16,-12 151-1 0,28-74 1 16,-1 4-2-16,1 2 0 15,-3-3 0-15,-3-6 0 16,-6-12 0-16,-4-8 0 16,0-11 0-16,0-14 0 15,2-10 0-15,3-13 0 16,10-6 0-16,21-12 0 15,19-29 0-15,17-12 0 16,6-7 0-16,-2 3 0 16,-7 5 0-16,-11 8 0 15,-11 8 0-15,-5 7 0 16,-15 10 0-16,-8 3 0 16,-10 6 0-16,-4 5 0 0,-3 2 0 15,-2 3 0 1,0 0 0-16,0 0 0 0,0 0 0 15,-20 3-2-15,-13 12-15 16</inkml:trace>
  <inkml:trace contextRef="#ctx0" brushRef="#br0" timeOffset="186670.48">18195 13086 2029 0,'0'0'6'0,"0"0"-3"16,0 0 1-16,0 0-3 16,0 0 0-16,0 0-1 15,0 0 0-15,0 135 1 16,0-37-1-16,0-1 0 15,0-2 0-15,-6-6 0 0,-4-12 0 16,1-7 0-16,-1-9 0 16,5-11 0-16,5-12 0 15,0-16-6-15,2-16-84 16</inkml:trace>
  <inkml:trace contextRef="#ctx0" brushRef="#br0" timeOffset="187593.73">18578 13298 2021 0,'0'0'10'16,"0"0"-6"-16,0-120 2 15,0 113-3-15,0 7-2 16,-9 3-1-16,-11 37 0 16,-6 12 0-16,-5 13 2 15,8-3-2-15,7-4 0 0,7-6 0 16,9-6 0-16,0-8 0 15,0-11 0-15,9-9 0 16,14-13 0-16,4-5 0 16,6 0 0-16,2-19 0 15,3-16 0-15,-2-9-2 16,-4-8 2-16,-6-8 0 16,0-2 0-16,-3-1 0 15,-3 9 0-15,0 13 0 16,-2 12 0-16,-5 13 0 15,-2 10 0-15,0 6 2 16,2 0-2-16,4 22 0 16,-5 22 0-16,0 9 0 0,-1 5 0 15,-2 0 0-15,0-4 0 16,0-10 0-16,2-8 0 16,3-12 0-16,3-8 0 15,5-12 0-15,5-4 0 16,2-5 0-16,0-20 0 15,-6-6 0-15,-8-5 0 16,-11-1 0-16,-4-7 0 16,0-2 0-16,-21-6 0 15,-10 6 0-15,-10 6 0 16,-1 16 0-16,-1 9 0 16,1 13 0-16,6 2 0 0,7 0 0 15,11 0 0-15,9 2 0 16,9 2 0-16,0-4 0 15,23 0 0-15,19 0 0 16,10-16 0-16,1-6 0 16,-2-2 0-16,-8 4 0 15,-8 0 0-15,-3 6 0 16,-10 5 0-16,-9 6 0 16,-4 3 0-16,-5 0 0 15,-2 6 0-15,1 16 0 16,-1 12 0-16,-2 4 0 15,0 4 0-15,0 5 0 0,0-2 0 16,5-2 0 0,1-5 0-16,3-8 0 0,3-8 0 15,3-11 0-15,3-6 0 16,3-5 0-16,2 0 0 16,3-22 0-16,2-6 0 15,-4-4 0-15,-8-8 0 16,-8-4 0-16,-8-6 0 15,0-3 0-15,-4 7 0 16,-18 6 0-16,-5 9 0 16,-2 10 0-16,-4 7 0 15,0 4 0-15,-1 10 0 16,5 0 0-16,0 0 0 16,5 20 0-16,3 8 0 15,8 6 0-15,7 2-2 0,4 3-7 16</inkml:trace>
  <inkml:trace contextRef="#ctx0" brushRef="#br0" timeOffset="189119.05">19817 12909 2019 0,'0'0'9'0,"0"0"-3"16,0 0 0-16,-116-18-5 0,79 36 0 16,3 10 0-16,2 9-1 15,8 1 1-15,6 2-1 16,10-3 0-16,5-8 0 16,3-8 0-16,3-10 0 15,19-8 0-15,9-3 0 16,0 0 0-16,1-20 0 15,-6-5 0-15,-5-5 0 16,-2-1 0-16,-6 0 0 16,-6 1 1-16,-5 8-1 15,-2 5 2-15,0 10-2 16,0 7 0-16,0 0 0 0,0 4 0 16,0 34 0-1,0 21 0-15,0 22 0 16,0 13 0-16,0 6 0 0,0 9 0 15,3 1 0-15,-1 5 0 16,0-7 0-16,-2-8 0 16,0-6 0-16,-20-13 0 15,-11-12 0-15,-7-10 0 16,-2-19 0-16,4-19 0 16,5-18 0-16,9-3 0 15,6-30 0-15,10-20 0 16,6-18 0-16,0-12 0 15,2-13 0-15,16-5 0 0,6 1 0 16,7 3 0 0,7 6 0-16,9-2 0 0,4 0 0 15,5 0 0-15,-1 7 0 16,-3 15 0-16,-3 14 0 16,-11 18 0-16,-9 16 0 15,-14 13 0-15,-3 7 0 16,-6 11 0-16,1 29 0 15,-1 14 0-15,-6 8 0 16,0 3 0-16,0-6 0 16,2 0 0-16,-2-11 0 15,0-10 0-15,0-14 0 16,0-9 0-16,0-13 0 16,0-2 0-16,2-2 0 15,4-27 0-15,0-15 0 0,-2-14 0 16,1-6 0-16,1-5 0 15,4 8 0-15,1 11 0 16,2 11 0-16,3 13 0 16,-3 12 0-16,1 10 0 15,-2 4 0-15,9 0 0 16,-3 20 0-16,4 12 0 16,-4 7 0-16,-5 4 0 15,-1 0 0-15,-4-5 0 16,-1-6 0-16,-3-8 0 15,-2-10 0-15,2-7 0 16,2-7 0-16,2-9 0 0,8-26 0 16,0-15 0-16,6-8 0 15,0 1 0-15,5-2 0 16,-1 13 0-16,-1 12 0 16,-10 16 0-16,-5 9 0 15,-6 9 0-15,2 0 0 16,5 9 0-16,6 17 0 15,3 6 0-15,-1 2 0 16,2 2 0-16,1-5 0 16,-4-2 0-16,0-8 0 15,1-8 0-15,4-11 0 16,8-2 0-16,2-17 0 0,5-18 0 16,1-5-2-1,-8-6 0-15,-10-6-2 16,-7-11 1-16,-12-7 1 0,-2-10 2 15,-4-8 0-15,-27-5 0 16,-14 2 2-16,-18 4 0 16,-22 11 0-16,-32 18 0 15,-39 18-1-15,-43 22 0 16,-36 18 0-16,-31 12-1 16,-18 44 0-16,-22 26 2 15,-8 27-2-15,-7 27 0 16,18 25 0-16,42 33 0 15,56 34 0-15,67 29 0 0,69 22 0 16,58-5 0 0,36-15 0-16,71-28 0 0,59-32 0 15,41-41 0-15,40-44 0 16,32-44 0-16,10-56 0 16,5-24 0-16,-2-66 0 15,-9-44 0-15,-14-29 0 16,-13-15 0-16,-17-5 0 15,-24-9 0-15,-23-14 0 16,-27-17 0-16,-32-24 0 16,-39-8 0-16,-50 3 0 15,-35 18 0-15,-83 37 0 16,-58 41 0-16,-57 49 0 16,-54 52 0-16,-49 41 0 15,-31 33 0-15,-5 50 0 0,14 19 0 16,51 18 0-16,49 4-2 15,58 3-12-15</inkml:trace>
  <inkml:trace contextRef="#ctx0" brushRef="#br0" timeOffset="193242.68">21568 12685 2011 0,'0'0'13'0,"0"0"-11"16,0 0 5-16,0 0-1 15,0 0-3-15,0 0-1 16,0 0-1-16,-15 29-1 16,71-29 2-16,17-9-2 15,3-7 0-15,-3-2 0 16,2-6 0-16,2-2 0 15,0-6 0-15,-1 0 0 0,-11 0 0 16,-11 1 0 0,-17 3 0-16,-12 10 0 0,-14 4 0 15,-9 2 0-15,-2 2 0 16,0-2 0-16,-17 1 0 16,-17-1 0-16,-4-1 0 15,-2 5 0-15,-2 2 0 16,-1 3 0-16,8 3 0 15,6 0 0-15,8 0 0 16,10 0 0-16,9 0 0 16,2 0 0-16,0 0 0 15,9 0 0-15,27 0 0 16,15-1 0-16,5-5 0 16,0-1 0-16,-8 4 0 0,-3 3 0 15,-11 0 0-15,-10 9 0 16,-11 14 0-16,-6 5 0 15,-7 4 0-15,0 4 0 16,-2 3 0-16,-16-2 0 16,0 0 0-16,-1-1 0 15,-2 0 0-15,-1-4 0 16,-1-2 0-16,4-6 0 16,0-6 0-16,7-4 0 15,2-6 0-15,8-4 0 16,2-2 0-16,0-2 0 15,0 0-2-15,0-10-23 16</inkml:trace>
  <inkml:trace contextRef="#ctx0" brushRef="#br0" timeOffset="193669.45">23036 11999 2025 0,'0'0'10'0,"0"0"-5"16,0 0-1-16,0 0-3 0,-116-50-1 16,77 50 2-1,-3 23-2-15,6 14 0 0,9 6 0 16,13 2 0-16,14 2 0 15,5-5 0-15,28-6 0 16,14-6 0-16,5-8 0 16,-1-5 0-16,0-4 0 15,-9-3 0-15,-3 2 0 16,-14 1 0-16,-4 0 0 16,-14 3 0-16,-7 3 0 15,0 2 0-15,-9 4 0 16,-25 0 0-16,-8 1 0 15,-1-2 0-15,4-1 0 0,-1-6 0 16,5-4 0 0,10-5 0-16,6-5 0 0,13-3 0 15,6-1 0-15,0-27-7 16</inkml:trace>
  <inkml:trace contextRef="#ctx0" brushRef="#br0" timeOffset="193926.72">23406 11825 2033 0,'0'0'6'0,"0"0"-2"16,0 0-2-16,0 0 0 0,0 0-2 16,0 0 0-16,-35 0 0 15,40 66 0-15,12 18 0 16,3 3 0-16,-2 4 0 15,-5-3 0-15,-1-7 0 16,-4-14 0-16,-1-12 0 16,-1-10 0-16,0-13 0 15,0-10 0-15,-2-14-2 16,1-8-46-16</inkml:trace>
  <inkml:trace contextRef="#ctx0" brushRef="#br0" timeOffset="194172.64">23358 11693 2037 0,'0'0'3'15,"6"-106"0"-15,36 69-1 16,14 17-2-16,4 16 0 16,1 4 0-16,-8 24 2 15,-11 23-2-15,-15 14 0 16,-16 2 0-16,-11-1 0 15,-4-4 0-15,-34-2 0 16,-11-4 0-16,-7-4 0 16,3-6 0-16,6-10 0 15,9-12 0-15,13-18-2 16,14-2-7-16</inkml:trace>
  <inkml:trace contextRef="#ctx0" brushRef="#br0" timeOffset="194616.12">23780 10899 2032 0,'-118'-39'3'0,"-28"28"-2"16,-28 11 3-16,-26 35-1 15,-20 43-1-15,8 36-2 16,8 39 2-16,24 41-2 15,32 39 0-15,46 30 0 0,51 15 0 16,49-4 0-16,18-18 0 16,59-19 0-16,30-39 0 15,29-45 0-15,34-49 0 16,25-57 0-16,23-47 0 16,17-33 0-16,-1-63 0 15,0-38 0-15,-14-22 0 16,-24-12 0-16,-29-8 0 15,-40-20 0-15,-41-28 0 16,-41-30 0-16,-43-14 0 16,-29 10 0-16,-69 30 0 15,-42 46 0-15,-32 50 0 0,-17 47 0 16,-8 53 0 0,6 34 0-16,17 69 0 0,25 51 0 15,35 48 0-15,41 53 0 16,30 29 0-16,21 5-3 15,17-16-40-15</inkml:trace>
  <inkml:trace contextRef="#ctx0" brushRef="#br0" timeOffset="194907.87">21849 14458 2041 0,'0'0'2'0,"0"0"-2"0,0 0 2 15,180-61 0-15,-12-43-2 16,39-30 0-16,24-23 0 16,10-12 0-16,0-6 0 15,-18-8 0-15,-26 13 0 16,-40 25 0-16,-50 39 0 15,-49 46 0-15,-45 36 0 16,-22 24-2-16,-55 19 0 16,-30 46-5-16,-24 37-1 15,-18 22-14-15</inkml:trace>
  <inkml:trace contextRef="#ctx0" brushRef="#br0" timeOffset="195155.88">21864 14968 2038 0,'0'0'3'0,"0"0"-2"16,0 0 2-16,233-174-1 15,-58 32-2-15,43-21 0 16,25-11 0-16,16 0 0 16,-3 10 0-16,-19 15 0 15,-33 29 0-15,-50 30 0 16,-53 30 0-16,-48 25 0 15,-37 15 0-15,-16 8 0 0,-14 6 0 16,-28 2 0 0,-14 4 0-16,-9 0-2 0,-10 0-4 15</inkml:trace>
  <inkml:trace contextRef="#ctx0" brushRef="#br0" timeOffset="196266.17">5047 10751 2021 0,'0'0'12'0,"0"0"-6"0,0 0-3 0,0 0 0 15,0 0-1-15,0 0-2 16,-67-57 0-16,36 91 0 15,-2 14 0-15,4 15 0 16,0 10 0-16,6 12 0 16,10-1 0-16,13-1 0 15,0-12 0-15,13-13 0 0,16-14 0 16,7-19 0 0,7-18 0-16,1-7 0 0,3-18 0 15,-3-24 0-15,-6-8 0 16,-11 0 0-16,-7 9 0 15,-11 5 0-15,-9 15 0 16,0 9 0-16,0 8 0 16,0 4 0-16,0 0 0 15,0 0 0-15,0 26 0 16,-9 18 0-16,3 13 0 16,0 6 0-16,6-2 0 15,0-4 0-15,0-4 0 16,0-6 0-16,0-4 0 15,8-9 0-15,3-10 0 16,-1-12 0-16,4-12-2 0,-2-10-35 16</inkml:trace>
  <inkml:trace contextRef="#ctx0" brushRef="#br0" timeOffset="196661.81">5386 10921 2035 0,'0'0'6'0,"0"0"-4"0,0 0-2 16,0 0 2-16,0 0-2 15,0 0 0-15,-36 105 2 16,49-88-2-16,5-7 0 0,7-10 0 16,2 0 0-16,4-2 0 15,-3-21 0-15,-3-1 0 16,-5-4 0-16,-7 1 0 15,-5-1 0-15,-8 0 0 16,0 1 0-16,-18 7 0 16,-9 6 0-16,0 8 0 15,-2 6 0-15,-2 0 0 16,7 30 0-16,-1 13 0 16,7 8 0-16,11 7 0 15,7 1 0-15,0-1 0 16,5-4 0-16,15-8 0 15,7-3 0-15,2-14 0 16,2-11 0-16,0-12 0 0,5-6 0 16,2-15 0-16,-3-23-3 15,3-9-26-15</inkml:trace>
  <inkml:trace contextRef="#ctx0" brushRef="#br0" timeOffset="196903.03">5865 10262 2038 0,'0'0'4'0,"0"0"-2"15,0 0 1-15,0 0-3 0,0 0 0 16,0 0 0 0,-12 141 0-16,32-69 0 0,6 6 0 15,-5 2 0-15,2 0 0 16,-5 0 0-16,-7-9 0 15,-1-3 0-15,-2-11 0 16,1-14 0-16,-1-14 0 16,1-17 0-16,-2-12-9 15</inkml:trace>
  <inkml:trace contextRef="#ctx0" brushRef="#br0" timeOffset="197105.53">5853 10837 2034 0,'0'0'6'0,"0"0"-3"0,0 0-1 16,0 0-2-16,0 0 2 15,0 0-2-15,154-115 0 16,-107 83 0-16,-7-1 0 16,-9 8 0-16,-10 6 0 15,-8 7 0-15,-5 8 0 16,2 4-2-16,-10 0-8 15</inkml:trace>
  <inkml:trace contextRef="#ctx0" brushRef="#br0" timeOffset="197440.9">6649 9944 2032 0,'0'0'8'15,"0"0"-5"-15,0 0-1 16,0 0 0-16,0 0-2 16,-120 76 0-16,105-3 0 15,9 18 0-15,6 16 0 16,1 9 0-16,25 6 0 15,0 0 0-15,6 5 0 16,-5-11 0-16,-2-7 0 16,-5-11 0-16,-5-17 0 0,-4-6 0 15,-8-17 0-15,4-9 0 16,-7-17 0-16,0-14 0 16,0-16-12-16</inkml:trace>
  <inkml:trace contextRef="#ctx0" brushRef="#br0" timeOffset="197848.66">6502 10744 2034 0,'0'0'5'16,"0"0"-4"0,51-111 2-16,-7 71-2 0,10-2-1 15,4 3 1-15,0 3-1 16,-4 11 0-16,-8 5 0 15,-8 10 0-15,-5 8 2 16,-4 2-2-16,-9 6 0 16,-1 24 0-16,-6 8 0 15,-4 6 0-15,0 5 0 16,-5 1 0-16,-1-6 0 16,-3-6 0-16,0-12 0 15,0-13 0-15,0-6 0 16,0-7 0-16,0-2 0 15,-5-26 0-15,-2-16 0 16,5-13 0-16,2-11 0 0,0-6 0 16,0-2 0-16,0 6 0 15,0 6 0-15,11 15 0 16,-2 16 0-16,2 15 0 16,1 13 0-16,3 5 0 15,5 0-2-15,7 17-4 16,4 2-264-16</inkml:trace>
  <inkml:trace contextRef="#ctx0" brushRef="#br0" timeOffset="198867.5">7451 10226 2031 0,'0'0'7'0,"0"0"-2"0,0 0-3 0,0 0 0 16,0 0-2-16,-141 17 0 15,118 24 0-15,2 9 0 16,8 9 0-16,8 1 0 16,5-1 0-16,0-6 0 15,6-9 0-15,17-11 0 16,4-16 0-16,8-13 0 15,2-4 0-15,5-13 0 0,-2-24 0 16,-2-7 0-16,-4-6 0 16,-13 0 0-16,-9-1 0 15,-12-2 0-15,0-1 0 16,-17 0 0-16,-11 8 0 16,0 11 0-16,0 19 0 15,-1 14 0-15,3 2 0 16,1 29 0-16,9 10 0 15,7 10 0-15,9-7 0 16,0-8 0-16,7-10 0 16,18-8 0-16,2-12 0 15,2-4 0-15,6 0 0 0,1-24 0 16,1-9 0 0,0-2 0-16,-3-7 0 0,-2-2 0 15,0 3 0-15,-6 3 0 16,-4 8 0-16,-4 9 0 15,-5 8 0-15,1 13 0 16,-1 0 0-16,5 8 0 16,2 22 0-16,-2 11 0 15,-4 5 0-15,-1-1 0 16,-5 4 0-16,-3-4 0 16,-3-1 0-16,-2-5 0 15,0-11 0-15,0-9 0 16,0-12 0-16,0-7 0 15,0 0 0-15,0-22 0 16,0-12 0-16,0-9 0 0,0-9 0 16,0-10 0-16,0-6 0 15,2 6 0-15,12 8 0 16,-1 16 0-16,5 16 0 16,3 11 0-16,0 11 0 15,6 0 0-15,0 7 0 16,-2 22 0-16,-6 6 0 15,-1 7 0-15,-5 5 0 16,-3-2 0-16,-8 1 0 16,-2-1 0-16,0-7 0 15,0-10 0-15,-4-12 0 16,-4-12 0-16,4-4 0 16,2-13 0-16,2-20 0 0,0-13 0 15,0-13 0-15,4-8 0 16,8-10 0-16,3 1 0 15,5 7 0-15,8 14 0 16,7 17 0-16,-2 18 0 16,0 13 0-16,-6 7 0 15,-2 7 0-15,-6 22 0 16,-3 12 0-16,-5 9 0 16,-1 8 0-16,-4 0 0 15,-6 2 0-15,0-4 0 16,0-1 0-16,-2-7 0 15,-14-8 0-15,-1-12-24 0</inkml:trace>
  <inkml:trace contextRef="#ctx0" brushRef="#br0" timeOffset="199901.75">8986 9390 2011 0,'0'0'20'0,"0"0"-13"0,0 0-2 0,0 0-3 15,0 0 0-15,0 0-2 16,-39-36 0-16,19 33 0 16,3 3 0-16,-7 0 0 15,-5 27 0-15,-2 20 0 16,-1 16 0-16,8 16 0 0,2 5 0 16,11 2 0-16,7 1 0 15,4-10 0-15,0-6 0 16,6-15 0-16,21-16 0 15,11-18 0-15,11-16 0 16,8-6 0-16,5-14 0 16,2-19 0-16,-5-12 0 15,-7-5 0-15,-7-5 0 16,-8-4 0-16,-10 0 0 16,-14 2 0-16,-9 4 0 15,-4 11 0-15,0 14 0 16,0 12 0-16,-6 12 0 15,0 4 0-15,-1 4 0 0,0 32 0 16,0 17 0-16,5 6 0 16,2 1 0-16,0-6 0 15,9-5 0-15,9-11 0 16,4-10 0-16,5-12 0 16,4-14 0-16,5-2 0 15,2-21 0-15,1-16 0 16,-1-7 0-16,-4-2 0 15,-12-3 0-15,-8 1 0 16,-12 0 0-16,-2 2 0 16,0 6 0-16,0 13 0 15,-2 12 0-15,0 11 0 0,2 4 0 16,0 0 0 0,0 12 0-16,0 18 0 0,11 8 0 15,-1 2 0-15,0 0 0 16,-1-4 0-16,-5-2 0 15,0-4 0-15,-1-5 0 16,1-11 0-16,10-12 0 16,12-2-8-16,14-19-38 15</inkml:trace>
  <inkml:trace contextRef="#ctx0" brushRef="#br0" timeOffset="200218.8">9947 9437 2003 0,'0'0'27'0,"0"0"-18"0,0 0-4 0,-45-111-4 16,25 111 1-16,-3 0-2 0,-1 25 0 16,2 14 0-16,2-1 0 15,11 2 0-15,9-5 0 16,0-6 0-16,9-4 0 16,18-3 0-16,8-6 0 15,5-2 0-15,3-2 0 16,-3-1 0-16,-9 4 0 15,-6-3 0-15,-10-2 0 16,-8 3 0-16,-7 2 0 16,0 1 0-16,-12 4 0 15,-17-2 0-15,-6 0 0 16,-5-4 0-16,2-4 0 0,2-6 0 16,3-4 0-1,9 0 0-15,1-4-3 0,9-26-9 16</inkml:trace>
  <inkml:trace contextRef="#ctx0" brushRef="#br0" timeOffset="200465.84">10140 8811 2038 0,'0'0'4'15,"0"0"-2"-15,0 0-1 16,0 0 1-16,0 0-2 15,0 0 0-15,-19 30 0 16,38 53 0-16,6 12 0 16,-3 10 0-16,-1-3 0 0,-6 2 0 15,-4 1 0-15,-2-3 0 16,-4-13 0-16,-3-10 0 16,4-22 0-16,-2-23 0 15,4-18-2-15,-4-16-8 16</inkml:trace>
  <inkml:trace contextRef="#ctx0" brushRef="#br0" timeOffset="201911.79">10165 9446 2031 0,'0'0'8'16,"0"0"-4"-16,0 0-3 0,0 0 0 15,0 0-1-15,134-72 0 16,-88 54 0-16,2-4 2 15,-6-2-2-15,-7 1 0 16,-6-4 0-16,-9 3 0 16,-7 0 0-16,-8 2 0 15,-5 0 0-15,0 3 0 16,0 3 0-16,-2 7 0 16,-14 7 0-16,0 2 0 15,-1 6 0-15,-5 23 0 16,1 15 0-16,4 11 0 15,7 5 0-15,4 2 0 16,6-2 0-16,0-10 0 0,0-9 0 16,14-13 0-16,7-11 0 15,4-12 0-15,2-5 0 16,0 0 0-16,0-18 0 16,-8-8 0-16,-3-4 0 15,-9-4 0-15,-7-5 0 16,0 0 0-16,-2-8 0 15,-11 2 0-15,5 0 0 16,8 5 0-16,0 2 0 16,0 6 0-16,16 8 0 15,7 3 0-15,3 12 0 16,1 9 0-16,-1 0 0 0,1 5 0 16,-4 24 0-16,-6 5 0 15,-1 6 0-15,-5 4 0 16,-1 5 0-16,-4-2 0 15,-6 0 0-15,0-6 0 16,0-4 0-16,0-14 0 16,0-8 0-16,-2-11 0 15,-2-4 0-15,-3-2 0 16,6-24 0-16,-1-10 0 16,2-11 0-16,0-9 0 15,0-6 0-15,0-4 0 16,3 4 0-16,14 16 0 15,1 13 0-15,2 18 0 16,0 15 0-16,2 0 0 0,3 12 0 16,-1 20 0-16,-1 8 0 15,-4 4 0-15,0 0 0 16,-3-2 0-16,-8-5 0 16,-3-6 0-16,-3-6 0 15,0-12 0-15,-2-4 0 16,2-7 0-16,2-2 0 15,1-2 0-15,2-23 0 16,4-7 0-16,5-9 0 16,-1-10 0-16,6-7 0 15,-4-1 0-15,3 6 0 16,5 11 0-16,0 13 0 16,-7 15 0-16,3 12 0 0,-3 2 0 15,-2 14 0-15,-1 18 0 16,-1 6 0-16,-1-1 0 15,1-4 0-15,1-3 0 16,5-5 0-16,-3-7 0 16,4-8 0-16,-1-4 0 15,0-6 0-15,2 0 0 16,5-15 0-16,2-10 0 16,0-8 0-16,-2-6 0 15,-8-8 0-15,-3-3 0 16,-13-6 0-16,-3 0 0 15,0 6 0-15,-17 14 0 16,2 14 0-16,-1 16 0 0,1 6 0 16,-3 20 0-1,1 26 0-15,1 14 0 0,5 3 0 16,9 0 0-16,2-10 0 16,0-9 0-16,4-11 0 15,16-10 0-15,4-8 0 16,5-6 0-16,4-9 0 15,6 0 0-15,-1-15 0 16,-1-8 0-16,-5-6 0 16,-3-8 0-16,-9-6 0 0,-7-5 0 15,-7-11 0 1,-2-6 0-16,-4-1 0 0,0 6 0 16,0 14 0-16,0 15 0 15,0 18 0-15,0 10 0 16,0 3 0-16,0 4 0 15,0 14 0-15,0 7 0 16,0-1 0-16,12-2 0 16,11-5 0-16,4-4 0 15,1-3 0-15,3-2 0 16,6-1 0-16,-8 5 0 16,-3 7 0-16,-6 3 0 15,-9 8 0-15,-4 4 0 16,-5 4 0-16,-2 0 0 15,0-4 0-15,0-5 0 0,0-7 0 16,0-10 0-16,7-6 0 16,4-4 0-16,0-2-2 15,0 0-4-15</inkml:trace>
  <inkml:trace contextRef="#ctx0" brushRef="#br0" timeOffset="202438.22">12384 8807 2027 0,'0'0'7'0,"0"0"0"0,0 0-4 16,0 0-2 0,0 0-1-16,0 0 0 0,49 17 2 15,14-36-2-15,7 2 0 16,5-2 0-16,-6-1 0 15,-11 0 0-15,-12 2 0 16,-8-2 0-16,-9-3 0 16,-7 1 0-16,-6-7 0 15,-7 0 0-15,-9-3 0 16,0 6 0-16,-9 2 0 16,-20 8 0-16,-4 8 0 15,-6 8 0-15,-2 0 0 16,3 0 0-16,6 0 0 15,8 4 0-15,13 0 0 16,6 0 0-16,5-4 0 0,7 3 0 16,26-1 0-1,11 0 0-15,6 4 0 0,-4 3 0 16,-9 3 0-16,-4 0 0 16,-9 2 0-16,-4 4 0 15,-5 1 0-15,-7 3 0 16,-6 2 0-16,-2 3 0 15,0 3 0-15,-2 2 0 16,-12-1 0-16,-3-1 0 16,0-2 0-16,-2-2 0 15,1-4 0-15,0-4 0 16,5-4 0-16,0-6-4 0,3-8-113 16</inkml:trace>
  <inkml:trace contextRef="#ctx0" brushRef="#br0" timeOffset="203825.74">13882 8189 1967 0,'0'0'16'0,"0"0"5"0,0 0-5 15,0 0-8-15,0 0-3 16,0 0-2-16,0-24 0 16,0 24-2-16,0 0-1 15,0 0 1-15,0 0-1 16,0 0 0-16,0 0 0 15,0 0 0-15,0 0 0 16,0 0 0-16,0 0 1 16,0 0-1-16,0 0 0 0,0 0 0 15,0 0 0-15,0 0 0 16,0 0 0-16,0 0 0 16,0 0 0-16,0 0 0 15,0 0 0-15,0-2 0 16,0-2 0-16,0-2 0 15,0 0 0-15,0-2 1 16,-9 1-1-16,-5-1 1 16,-6 2-1-16,-8-1 1 15,-4 5-1-15,-2 2 0 0,1 0 0 16,4 9 0 0,3 9 0-16,3 7 0 0,5 3 2 15,5 5-2-15,11 1 0 16,2 2 0-16,0 0 0 15,19-1 0-15,20-8 0 16,8-7 0-16,10-6 0 16,3-4 0-16,-6-2 0 15,-10-4 0-15,-10 1 0 16,-12 4 0-16,-9 7 0 16,-8 5 0-16,-5 6 0 15,0 3 0-15,-11 4 0 16,-18 2 0-16,-5-2 0 15,-1-1 0-15,-5-6 0 16,5-4 0-16,-2-7 0 0,8-6 0 16,7-6 0-16,9-4 0 15,6 0 0-15,5 0 0 16,2 0 0-16,0-13-2 16,25-13-3-16,4-6-56 15</inkml:trace>
  <inkml:trace contextRef="#ctx0" brushRef="#br0" timeOffset="204101.3">14154 8053 2030 0,'0'0'7'0,"0"0"-3"0,0 0-1 16,0 0-2-16,0 0 1 15,0 0-2-15,-25-2 0 16,25 66 0-16,0 20 0 16,11 9 0-16,9 5 0 15,0-4 0-15,0-6 0 16,-2-14 0-16,-5-13 0 16,-1-10 0-16,-4-10 0 15,-1-9 0-15,0-12 0 16,4-14-2-16,-4-6-10 15</inkml:trace>
  <inkml:trace contextRef="#ctx0" brushRef="#br0" timeOffset="204373.72">14171 8003 2019 0,'0'0'15'16,"0"0"-9"-16,4-133-3 15,35 106-1-15,1 6-2 16,6 13 2-16,-1 8-2 16,-5 0 0-16,-7 13 0 15,-10 16 0-15,-14 8 0 0,-9 1 0 16,0 2 0 0,-18 2 0-16,-21 0 0 0,-5-2 0 15,0-4 0-15,4-10 0 16,14-7 0-16,12-6 0 15,5-11-7-15,9-2-1133 16</inkml:trace>
  <inkml:trace contextRef="#ctx0" brushRef="#br0" timeOffset="209471.8">5527 12186 2005 0,'0'0'27'0,"0"0"-20"0,0 0-4 16,0 0-1-16,0 0-1 15,0 0-1-15,0 0 0 16,0 8 0-16,0 66 0 16,15 12 2-16,-1 3-2 15,-4-5 0-15,-3-4 0 16,-5-10 0-16,0-6 0 16,-2-6 0-16,0-7 0 0,0-11 0 15,0-16 0-15,0-12 0 16,0-12 0-16,0-8 0 15,0-32 0-15,0-15 0 16,0-9 0-16,0-2 0 16,0-6 0-16,-4-5 0 15,-7 1 0-15,-1-2 0 16,4 2 0-16,8 6 0 16,0 10 0-16,0 12 0 15,20 14 0-15,5 15 0 16,1 14 0-16,3 5 0 0,0 11 0 15,0 26 0-15,-2 10 0 16,-5 12 0-16,-2 0 0 16,-2 2 0-16,-2-3 0 15,-3-2 0-15,0-3 0 16,-4-3 0-16,2-5 0 16,-4-10 0-16,2-9 0 15,-4-10 0-15,-3-10-4 16,-2-6-39-16</inkml:trace>
  <inkml:trace contextRef="#ctx0" brushRef="#br0" timeOffset="209681.92">5519 12593 2019 0,'0'0'15'0,"0"0"-14"0,0 0 1 0,0 0 1 15,0 0-1-15,0 0-2 16,96 8 1-16,-40-14-1 16,2-20 0-16,-2-4 0 15,-3-6-3-15,-2-3-7 16,3-4-17-16,-1-6-88 16</inkml:trace>
  <inkml:trace contextRef="#ctx0" brushRef="#br0" timeOffset="209900.51">6123 12226 1189 0,'0'0'663'16,"0"0"-521"-16,0 0-109 15,0 0-21-15,0 0-8 0,0 0-3 16,-45-53 0-16,25 82-1 16,0 3 0-16,10 10 2 15,1 4-2-15,4 4 0 16,5 0 0-16,0-1 0 16,2-8 0-16,23-2 0 15,1-9 0-15,6-10 0 16,1-12 0-16,8-8 0 15,-1-4 0-15,6-29 0 16,8-11-3-16,1-7 0 16,5-12-5-16,-6-7-33 15</inkml:trace>
  <inkml:trace contextRef="#ctx0" brushRef="#br0" timeOffset="210109.73">6522 11872 1986 0,'0'0'36'15,"-66"-139"-22"-15,38 99-7 16,13 18-5-16,6 13 0 15,5 9-2-15,4 19 0 16,0 28 0-16,0 22 0 16,15 10 0-16,9 9 0 15,5-3 0-15,-2 3 0 16,-2-1 0-16,-2-7 0 16,-5-12 0-16,-3-9 0 15,0-15 0-15,-3-12 0 16,-4-14 0-16,-5-12-4 0,-3-6-146 15</inkml:trace>
  <inkml:trace contextRef="#ctx0" brushRef="#br0" timeOffset="210633.76">6493 12294 2038 0,'0'0'2'16,"0"0"-1"-16,0 0 1 15,0 0-2-15,0 0 1 16,133-86-1-16,-97 58 0 16,-4-5 0-16,-2 1 0 15,-5-1 0-15,-7 0 0 0,-5 5 0 16,-5 0 0 0,-4 10 1-16,-4 7-1 0,0 5 2 15,0 6-2-15,0 0 0 16,0 1 0-16,0 29 0 15,0 14 0-15,2 12 0 16,5 5 0-16,-1-3 0 16,3-2 0-16,3-8 0 15,-2-10 0-15,2-7 0 16,1-16 0-16,2-11 0 16,3-4 0-16,3-9 0 15,0-20 0-15,-5-9 0 0,-1-10 0 16,-5-4 0-1,-6-6 0-15,-1-5 0 0,-3 7 0 16,0 6 0-16,0 15 0 16,0 14 0-16,-3 9 0 15,3 9 0-15,0 3 0 16,0 9 0-16,0 22 0 16,0 12 0-16,0 7 0 15,9 5 0-15,-2 0 0 16,-2 2 0-16,-1-3 0 15,0-10 0-15,1-10 0 16,1-15-5-16,6-15-128 16</inkml:trace>
  <inkml:trace contextRef="#ctx0" brushRef="#br0" timeOffset="211287.99">7305 11945 1972 0,'0'0'61'0,"0"0"-55"0,0 0-2 0,-79-114-2 16,68 114 0-16,-4 0-2 16,-2 14 0-16,0 24 0 15,1 12 0-15,5 6 0 16,7 2 0-16,4 1 0 16,0-6 0-16,0-4 0 15,15-13 0-15,10-12 0 16,2-16 0-16,8-8 0 0,5-2 0 15,-1-26 0-15,-2-9 0 16,-6-4 0-16,-8-4 0 16,-8-3-2-16,-13-4 2 15,-2-2 0-15,0-4 0 16,-17 8 0-16,3 11 0 16,5 14 0-16,3 17 2 15,4 8-2-15,2 0 0 16,0 23 0-16,0 18 0 15,0 9 0-15,2-6 0 16,15 0 0-16,4-6 0 16,1-9 0-16,2-8 0 15,1-9 0-15,1-12 0 0,6 0 0 16,-3-13 0 0,2-19 0-16,0-8 0 0,-6-7 0 15,-3-7 0-15,-9-4 0 16,-8-8 0-16,-5-8 0 15,-5-5 0-15,-17-3 0 16,-7-2 0-16,0 1 0 16,5 13 0-16,1 17 0 15,9 18 0-15,8 21 0 16,3 14 0-16,3 15 0 16,0 38 0-16,13 18 0 15,6 13 0-15,4 6 0 16,-1 2 0-16,0 4 0 15,-4-6 0-15,-3-10 0 0,3-7 0 16,-5-12 0-16,3-11 0 16,-1-12 0-16,-1-19-3 15,5-15-207-15</inkml:trace>
  <inkml:trace contextRef="#ctx0" brushRef="#br0" timeOffset="211879.62">8218 11059 2034 0,'0'0'6'0,"0"0"-3"0,0 0-1 0,0 0 0 16,0 0-2-16,0 0 0 15,-11 36 0-15,11 33 0 16,0 8 0-16,13 7 0 15,5 3 0-15,-1 1 0 16,2-5 0-16,-4-10 0 16,3-11 0-16,-1-19 0 15,4-20 0-15,2-10 0 16,5-13 0-16,1 0 0 16,2-25 0-16,3-13 0 15,-5-7 0-15,-5-7 0 16,-6-5 0-16,-10 1 0 0,-2 8 0 15,-6 9 0-15,0 14 0 16,0 13 0-16,0 9 0 16,0 3 0-16,-4 17 0 15,-2 16 0-15,0 16 0 16,6-2 0-16,0-3 0 16,0-9 0-16,4-9 0 15,14-7 0-15,4-14 0 16,2-5 0-16,5 0 0 15,0-26 0-15,-2-6 0 16,0-4 0-16,-12 1 0 16,-3 0 0-16,-12 1 0 15,0 2 0-15,-4 4 0 0,-23 1 0 16,-4 9 0 0,-8 8 0-16,-1 7 0 0,-2 3 0 15,2 1 0-15,0 21 0 16,8 5 0-16,6-3 0 15,10 2 0-15,7-10-2 16,7-8-7-16</inkml:trace>
  <inkml:trace contextRef="#ctx0" brushRef="#br0" timeOffset="212127.73">8091 11423 2036 0,'0'0'6'0,"0"0"-4"0,0 0-1 16,0 0 1-16,0 0-2 16,133-51 0-16,-57 16 0 15,0-5 0-15,-10 7 0 16,-10-5 0-16,-8 9 0 15,-11 3 0-15,1-2 0 16,-5-4-10-16</inkml:trace>
  <inkml:trace contextRef="#ctx0" brushRef="#br0" timeOffset="213109.9">9562 10890 2023 0,'0'0'10'0,"0"0"-4"0,0 0-2 0,-90-103-2 16,74 103-2-16,1 3 2 16,-7 41-2-16,-7 25 0 15,0 18 0-15,6 14 0 16,12 1 0-16,11-3 0 16,0-9 0-16,5-19 0 15,19-12 0-15,12-20 0 0,9-22 0 16,5-17 0-1,8-4 0-15,3-34 0 0,-5-12 0 16,-10-4 0-16,-13-3 0 16,-10 1 0-16,-15 3 0 15,-8-4 0-15,0 5 0 16,-13 10 0-16,-2 10 0 16,4 18 0-16,4 10 0 15,4 4 0-15,0 20 0 16,3 23 0-16,0 7 0 15,0 3 0-15,17-6 0 16,10-8 0-16,2-7 0 16,0-9 0-16,0-9 0 15,0-12 0-15,-1-2 0 16,4-6 0-16,-3-23 0 0,2-2 0 16,-6-8 0-16,-6-1 0 15,-7-2 0-15,-10 0 0 16,-2 0 0-16,0 2 0 15,-9 10 0-15,0 12 0 16,7 11 0-16,0 7 0 16,2 0 0-16,0 16 0 15,0 15 0-15,0 3 0 16,11 4 0-16,2-1 0 16,3-6 0-16,-3 1 0 15,0-6 0-15,-1-2 0 16,-1-8 0-16,6-7 0 0,8-9-6 15</inkml:trace>
  <inkml:trace contextRef="#ctx0" brushRef="#br0" timeOffset="213461.62">10477 10724 2030 0,'0'0'9'0,"0"0"-6"0,0 0-1 16,0 0-1-16,0 0 1 15,-121-65-2-15,106 105 0 16,-3 7 0-16,9 7 0 16,9-4 0-16,0-1 0 15,13-9 0-15,18-11 0 16,4-8 0-16,4-9 0 16,1-5 0-16,0-4 0 0,-1-2 0 15,-8 4 0-15,-4 2 0 16,-12 3 0-16,-9 7 0 15,-6 3 0-15,0 6 0 16,-10 2 0-16,-17 2 0 16,-7-4 0-16,1-2 0 15,0-4 0-15,1-8 0 16,6-8 0-16,5-4 0 16,6 0 0-16,7-19-2 15,8-16-3-15,0-15-88 0</inkml:trace>
  <inkml:trace contextRef="#ctx0" brushRef="#br0" timeOffset="213696.86">10753 10176 2039 0,'0'0'3'0,"0"0"-1"15,0 0 1-15,0 0-3 16,0 0 0-16,0 0 0 15,-13 135 0-15,36-45 0 16,-1 8 0-16,8 0 0 16,-3-1 0-16,-4-11 0 15,-1-12 0-15,-5-11 0 16,-3-8 0-16,-3-8 0 0,-2-18 0 16,-5-10-13-16</inkml:trace>
  <inkml:trace contextRef="#ctx0" brushRef="#br0" timeOffset="-214363.1">10823 10760 2035 0,'0'0'7'16,"0"0"-5"-16,0 0-2 16,0 0 1-16,147-61-1 15,-92 40 0-15,-4-4 0 16,-6 0 0-16,-5-3 0 15,-4-4 0-15,-5-1 0 0,-9 4 0 16,-9-3 0-16,-8 1 0 16,-5 0 0-16,0 4 0 15,-13 5 2-15,-3 8-2 16,1 12 0-16,-6 2 0 16,1 10 0-16,-5 30 0 15,4 14 0-15,5 8 0 16,7 7 0-16,9-5 0 15,0-10 0-15,0-8 0 16,18-14 0-16,8-14 0 16,3-8 0-16,4-10 0 15,-1 0 0-15,-6-7 0 0,-1-16 0 16,-7-4 0 0,-7-4 0-16,-9-3 0 0,-2-8 0 15,0-4 0-15,0-4 0 16,-4-3 0-16,-2 5 0 15,6 10 0-15,0 7 0 16,0 10 0-16,6 4 0 16,17 4 0-16,4 3 0 15,1 6 0-15,6 4 0 16,-3 0 0-16,0 23 0 16,-5 12 0-16,-3 8 0 15,-5 2 0-15,-7 4 0 0,-1-2 0 16,-4-4 0-1,-2-7 0-15,-2-9 0 0,-2-8 0 16,0-7 0-16,0-12 0 16,0 0 0-16,0-6 0 15,0-25 0-15,0-9-2 16,0-8 2-16,0-8 0 16,0-2 0-16,5 4 0 15,3 6 0-15,4 12 0 16,5 10 0-16,1 10 0 15,2 7 2-15,2 9-2 16,3 0 0-16,2 17 0 16,2 13 0-16,-4 4 0 15,-6 2 0-15,-3-2 0 16,-7 0 0-16,-7-6 0 0,0-6 0 16,-2-7 0-16,0-12 0 15,2-3 0-15,3-2 0 16,2-24 0-16,4-8 0 15,2-7 0-15,-1-3 0 16,0-11 0-16,0 0 0 16,1 5 0-16,2 10 0 15,1 16 0-15,-1 14 0 16,-1 10 0-16,-3 0 0 16,-1 28 0-16,-3 6 0 15,3 8 0-15,-1-4 0 16,2 1 0-16,5-7 0 0,2-10 0 15,-1-9 0-15,3-8 0 16,7-5 0-16,4-8 0 16,3-22 0-16,-1-8 0 15,-6-2 0-15,-7 0 0 16,-9-3 0-16,-11-5 0 16,0-5 0-16,0 0 0 15,-4 7 0-15,-7 17 0 16,-1 16 0-16,4 13 0 15,-6 4 0-15,-3 32 0 16,0 16 0-16,2 10 0 16,11-2 0-16,4-2 0 15,0-9 0-15,11-9 0 0,11-10 0 16,7-10 0 0,5-6 0-16,3-10 0 0,3-4 0 15,3-4 0-15,1-20 0 16,-1-6 0-16,-3-8 0 15,-11-4 0-15,-10-8 0 16,-9-6 0-16,-6-9 0 16,-4-2 0-16,0 2 0 15,-6 13 0-15,-8 16 0 16,3 18 0-16,5 11 0 16,1 7 0-16,2 0 0 15,3 7 0-15,0 11 0 0,0 4 0 16,19-7 0-1,10 2 0-15,4-4 0 0,0-2 0 16,1 1 0-16,-3 1 0 16,-4 1 0-16,-5 9 0 15,-5 5 0-15,-3 4 0 16,-7 6 0-16,-5 0 0 16,-2 2 0-16,0-6 0 15,0-5 0-15,0-10 0 16,2-6 0-16,8-9 0 15,3-4 0-15,2 0 0 16,7-7-3-16,5-16-11 16</inkml:trace>
  <inkml:trace contextRef="#ctx0" brushRef="#br0" timeOffset="-213858.92">13142 9763 2021 0,'0'0'12'0,"0"0"-6"0,0 0-2 16,0 0-3-16,0 0-1 15,0 0 1-15,69 15-1 16,-11-31 2-16,2-4-2 16,-4-3 0-16,-3 1 0 15,-8-4 0-15,-8 2 0 16,-1-4 0-16,-9-3 0 0,-7 0 0 31,-9 0 0-31,-11 4 0 0,0 3 0 16,-4 3 0-16,-25 5 0 0,-3 6 0 15,1 7 0-15,4 3 0 16,12 0 0-16,3 0 0 16,10 0 0-16,2 0 0 15,0 0 0-15,2-3 0 16,27 2 0-16,7-3 0 15,5 1 0-15,-1 3 0 16,-9 0 0-16,-2 0 0 16,-7 4 0-16,-2 15 0 15,-6 2 0-15,-10 9 0 16,-4 7 0-16,0 3 0 16,0 2 0-16,-9 0 0 0,-6-6 0 15,6-3 0-15,0-6 0 16,1-4 0-16,4-8 0 15,2-5 0-15,2-6 0 16,0-4-2-16,0 0-9 16</inkml:trace>
  <inkml:trace contextRef="#ctx0" brushRef="#br0" timeOffset="-213544.73">14501 9172 1907 0,'0'0'124'0,"0"0"-117"0,0 0-2 0,0 0-3 15,0 0-2-15,0 0 2 16,-116-50-2-16,82 70 0 16,0 6 0-16,6 12 0 15,3 6 0-15,6 7 0 16,7 8 0-16,8-5 0 15,4-3 0-15,0-9 0 16,18-11 0-16,15-4 0 16,14-10 0-16,9-8 0 15,2-9 0-15,0 0 0 16,-5 0 0-16,-6-15 0 0,-4-4-3 16,-6-6-6-1,-6-4-47-15</inkml:trace>
  <inkml:trace contextRef="#ctx0" brushRef="#br0" timeOffset="-213285.09">14810 9068 1705 0,'0'0'319'0,"0"0"-304"31,0-117-10-31,0 107-4 0,0 10 1 0,0 0-2 16,0 28 0-16,0 19 0 15,0 15 0-15,0 4 0 16,7 0 0-16,9-2 0 15,6-8 0-15,4-4 0 0,3-8 0 16,1-5 0-16,-6-10 0 16,-4-8 0-16,-6-5 0 15,-6-10 0-15,-6-5 0 16,-1-1 0-16,-1 0-2 16,0-9-2-16,-3-12-29 15,-14-2-786-15</inkml:trace>
  <inkml:trace contextRef="#ctx0" brushRef="#br0" timeOffset="-213086.68">14900 9306 1978 0,'0'0'38'16,"-36"-146"-22"-16,32 65-8 16,4 8-5-16,0 6-2 15,19 13 0-15,15 16-1 0,6 12 0 16,0 14 2 0,0 12-2-16,-7 0 0 0,-6 26 0 15,-13 14 0-15,-14 6 0 16,0 2 0-16,-20 2 0 15,-22-3 0-15,-8-1 0 16,-3-4 0-16,6-4 0 16,10-8 0-16,8-18 0 15,6-12-34-15</inkml:trace>
  <inkml:trace contextRef="#ctx0" brushRef="#br0" timeOffset="-205149.22">8371 13140 1998 0,'0'0'20'0,"0"0"-9"0,0 0-4 16,0 0-2-16,0 0-3 15,0 0-2-15,-124-86 1 0,95 88 0 16,-7 32-1-16,1 17 0 15,4 12 0-15,8 4 0 16,14-11 0-16,9-11 0 16,0-6 0-16,13-11 0 15,21-6 0-15,11-8 0 16,5-6 0-16,6-2 0 16,-4-2 0-16,-10 0 0 15,-11 4 0-15,-11 1 0 16,-7 0 0-16,-6 5 0 15,-7 4 0-15,0 4 0 16,-7 9 0-16,-17-2 2 0,-8 2-2 16,1-8 0-1,0-2 0-15,2-6 0 0,3-2 0 16,4-6 0-16,3-2 0 16,9-4 0-16,3-1 0 15,7 0 0-15,0-6-3 16,0-19-13-16</inkml:trace>
  <inkml:trace contextRef="#ctx0" brushRef="#br0" timeOffset="-204854.17">8619 12982 2028 0,'0'0'5'0,"0"0"0"0,0 0-1 0,0 0-3 16,0 0-1-16,0 0 0 15,-10 74 1-15,10-26 0 16,3 6-1-16,10 9 2 16,1 3-2-16,1-2 0 15,-1-4 0-15,-3-6 0 16,0-10 0-16,-2-4 0 15,-4-7 0-15,-1-12 0 16,-2-2-2-16,2-15 0 16,1-4-40-16</inkml:trace>
  <inkml:trace contextRef="#ctx0" brushRef="#br0" timeOffset="-204554.97">8625 13062 2028 0,'0'0'6'16,"0"0"0"-16,0 0-3 15,0 0-3-15,0 0 0 16,54-106 0-16,-21 96 1 16,1 4-1-16,-3 6 0 15,-7 0 0-15,-6 16 0 0,-6 12 0 16,-10 2 0-16,-2 2 0 15,0 2 1-15,-19 0-1 16,-1-2 0-16,-2-1 0 16,0-4 0-16,5-4 0 15,5-6 0-15,8-4 0 16,4 1-1-16,0-1-9 16,0-4-194-16</inkml:trace>
  <inkml:trace contextRef="#ctx0" brushRef="#br0" timeOffset="-203991.49">9267 13100 2017 0,'0'0'14'15,"0"0"-11"-15,0 0 1 16,0 0-1-16,0 0-2 16,0 0 0-16,11 0-1 15,32-9 1-15,13-10 0 16,12-12-1-16,6 2 0 16,0-3 0-16,-5-1 0 0,-11 5 0 15,-16 3 0-15,-16 0 0 16,-13 8 0-16,-13 1 2 15,0 3-2-15,-4 8 0 16,-25 1 0-16,-9 4 0 16,-4 0 0-16,-3 0 0 15,8 5 0-15,12 4 0 16,10-4 0-16,11-5 0 16,4 3 0-16,0-3 0 15,15 0 0-15,20 0 0 16,12 0 0-16,0 0 0 15,-2 0 0-15,-10 0 0 16,-6 0 0-16,-4 0 0 16,-10 11 0-16,-4 10 0 0,-8 1 0 15,-3 4 0-15,0 2 0 16,-5 0 0-16,-12 2 0 16,0 1 0-16,2-4 0 15,4-1 0-15,0-4 0 16,2-3 0-16,5-7 0 15,4-7 0-15,0-5-2 16,-2 0-5-16</inkml:trace>
  <inkml:trace contextRef="#ctx0" brushRef="#br0" timeOffset="-202673.6">10285 12779 1996 0,'0'0'31'0,"0"0"-28"16,0 0 3-16,0 0-1 16,0 0-3-16,0 0-1 15,0-30-1-15,14 6 1 16,1-6-1-16,1-1 0 15,-1-6 0-15,-4 1 0 16,-7 0 0-16,0 8 0 16,-4 5 0-16,0 9 0 0,0 10 2 15,0 4-2-15,0 0 0 16,0 18 0-16,0 19 0 16,0 11 0-16,0 4 0 15,0-6 0-15,4-2 0 16,9-2 0-16,-1-1 0 15,-2-8 0-15,-1-1 0 16,-7-3 0-16,0-3 0 16,-2-1 0-16,0 0 0 15,-8-3 0-15,-7 0 0 16,-6-9 0-16,5 0 0 16,5-9 0-16,0 0 0 0,7-4 0 15,-1 0 0 1,5 0 0-16,0 0 0 0,0 0 0 15,0-2 0-15,16-14 0 16,9-2 0-16,6 0 0 16,2 0 0-16,1 0 0 15,-1 2 0-15,0 0 0 16,1-2 0-16,-1-1 0 16,-6-2-5-16,-2-8-41 15</inkml:trace>
  <inkml:trace contextRef="#ctx0" brushRef="#br0" timeOffset="-202425.96">10709 12283 2028 0,'0'0'8'0,"0"0"-2"0,0 0-4 0,0 0-1 0,0 0-1 16,0 0 0-16,-16 75 0 15,20-19 2-15,12 1-2 16,-1-1 0-16,3-2 0 16,3-7 0-16,-4-3 0 15,3-5 0-15,-1-5 0 16,-2-4 0-16,-1-6 0 16,-5-9-4-16,0-10-70 15</inkml:trace>
  <inkml:trace contextRef="#ctx0" brushRef="#br0" timeOffset="-201563.1">11156 12346 2003 0,'0'0'22'15,"0"0"-13"-15,0 0-3 16,0 0-5-16,0 0 0 15,0 0-1-15,-133 60 1 16,112-22-1-16,4 1 0 0,5-3 1 16,-1 0-1-16,9-7 0 15,4-6 0-15,0-8 0 16,0-4 0-16,27-5 1 16,8-6-1-16,10 0 0 15,6-11 0-15,1-10 0 16,0-3 0-16,4-2 0 15,-2 2 0-15,0-2 0 16,-8-3 0-16,-8-1 0 16,-7-2 0-16,-13-1 0 15,-9-4 0-15,-9 3 0 16,0 2 0-16,-7 8 0 16,-10 7 0-16,-3 8 0 0,-1 7 0 15,-3 2 0 1,-2 0 0-16,-3 18 0 0,2 14 0 15,2 4 2-15,7 2-2 16,7-6 0-16,9-4 0 16,2-6 0-16,2-8 0 15,25-8 0-15,11-6 0 16,7 0 0-16,-1-14 0 16,-2-12 0-16,-8-1 0 15,-4-2 0-15,-9 1 0 16,-7 2 0-16,-12 5 0 15,-2 0 0-15,0 6 0 0,0 7 0 16,-6 3 0-16,2 5 0 16,-2 0 0-16,1 19 0 15,1 24 0-15,2 17 0 16,2 8 0-16,0 12 0 16,12 5 0-16,9 3 0 15,2 0 0-15,-2-3 0 16,4-7 0-16,0-4 0 15,-3-4 0-15,-7-1 0 16,-10 4 0-16,-5-7 0 16,-2-9 0-16,-25-13 0 15,-9-17 0-15,1-16 0 16,-3-11 0-16,7 0 0 16,2-20 0-16,8-22 0 15,6-21 0-15,11-19 0 0,4-20 0 16,0-18 0-16,33-14 0 15,12-13 0-15,17-11 0 16,9 1 0-16,5 10 0 16,2 22 0-16,-4 19 0 15,-3 31 0-15,-11 29 0 16,-8 23-4-16,-15 22-24 16</inkml:trace>
  <inkml:trace contextRef="#ctx0" brushRef="#br0" timeOffset="-200647.13">8697 14289 2025 0,'0'0'13'0,"0"0"-9"16,0 0-2-16,0 0-1 15,0 0-1-15,0 0 2 16,-132 8-2-16,94 36 0 15,1 12 0-15,3 9 0 16,10 1 0-16,10 2 0 0,12-2 0 16,2-6 0-16,7-10 0 15,26-11 0-15,11-20 0 16,15-16 0-16,1-3 0 16,0-15 0-16,-4-19 0 15,-10 2-2-15,-5-8-7 16,-12 2-300-16</inkml:trace>
  <inkml:trace contextRef="#ctx0" brushRef="#br0" timeOffset="-200430.59">8886 14199 2035 0,'0'0'7'0,"0"0"-5"0,0 0-1 15,0 0 1-15,0 0-2 16,0 0 0-16,-2 65 0 15,19-10 0-15,4 3 0 16,-2 2 0-16,2-4 0 16,-1-3 0-16,-1-8 0 15,-7-3 0-15,-1-7 0 16,-9-9 0-16,-2-2-3 16,0-12-20-16</inkml:trace>
  <inkml:trace contextRef="#ctx0" brushRef="#br0" timeOffset="-200198.75">8891 14151 2003 0,'0'0'18'0,"19"-117"-8"16,15 81-4-16,6 15-3 16,4 12-1-16,-3 9-1 15,-3 3 0-15,-11 24-1 16,-10 12 1-16,-13 4-1 15,-4 5 0-15,-4 2 0 16,-25 3 2-16,-9-1-2 16,1-2 0-16,1-6 0 15,9-7 0-15,9-15-2 16,7-12-8-16</inkml:trace>
  <inkml:trace contextRef="#ctx0" brushRef="#br0" timeOffset="-199703.85">9521 14303 2035 0,'0'0'5'0,"0"0"-3"16,0 0 0-16,0 0-1 15,0 0-1-15,120-45 0 16,-60 9 0-16,-2 7 0 0,-2 0 2 16,-7-2-2-16,-5 5 0 15,-8-1 0-15,-9 8 0 16,-10-3 0-16,-9 5 0 16,-8 3 0-16,0 4 0 15,-20 5 0-15,-14 5 0 16,-1 0 0-16,-1 4 0 15,7 11 0-15,9 0 0 16,9-5 0-16,7-4 0 16,4-1 0-16,0-5 0 15,17 0 0-15,15 0 0 16,12 0 0-16,-4 0 0 16,-2 0 0-16,-7 0 0 0,-4 0 0 15,-7 17 0-15,-7 5 0 16,-4 6 0-16,-9 6 0 15,0 4 0-15,0 4 0 16,-13 4 0-16,-5-2 0 16,-4 2 0-16,2-2 0 15,-3 0-4-15,1-8-341 16</inkml:trace>
  <inkml:trace contextRef="#ctx0" brushRef="#br0" timeOffset="-197716.93">10775 13958 1999 0,'0'0'20'0,"0"0"-19"15,0 0 5-15,0 0 1 16,0 0-5-16,0 0 0 15,-39 0 0-15,16-6 0 0,-6-2-1 16,2-3 0 0,5-8 0-16,4-5-1 0,10-2 0 15,2-8 1-15,6-6-1 16,0-3 0-16,17 1 0 16,5 5 0-16,5 5 0 15,-3 10 0-15,-4 11 0 16,0 11 0-16,2 0 0 15,-2 29 0-15,3 11 0 16,-8 6 0-16,-5 4 0 16,-8 2 0-16,-2-2 0 15,0 2 0-15,0-3 0 16,-10 1 0-16,-3-6 0 0,5 0 0 16,-1-4 0-1,9-8 0-15,0-8 0 0,0-8 0 16,19-8 0-16,8-8 0 15,7 0 0-15,5-13 0 16,-1-10 0-16,-7-4 0 16,-4 2 0-16,-9-5 0 15,-9-1 0-15,-9-1 0 16,0 0 0-16,-13 0 0 16,-14 6 0-16,-4 7 0 15,2 7 0-15,0 7 2 16,0 5-2-16,0 0 0 15,2 5-2-15,-1 18 2 16,8 4 0-16,6-2 0 0,12 3 0 16,2-7-3-16,0-10-20 15</inkml:trace>
  <inkml:trace contextRef="#ctx0" brushRef="#br0" timeOffset="-197079.5">11374 13677 2011 0,'0'0'17'0,"0"0"-10"0,0 0-1 0,0 0-4 0,-129-69 0 15,102 69-2-15,-4 24 0 16,2 13 0-16,8 6 0 15,2 5 0-15,9-2 0 16,8-5 0-16,2-4 0 16,0-7 0-16,17-10 0 15,10-8 0-15,2-8 2 16,3-4-2-16,4 0 0 16,-2-20 0-16,-3-6-2 15,-4 0 2-15,-7-5 0 16,-9 0 0-16,-3-2 0 15,-4-3 0-15,-2 3 0 16,2-1 0-16,4 1 0 16,5 8 0-16,2 5 0 0,3 9 0 15,-3 9 0-15,1 2 0 16,1 4 0-16,-3 22 0 16,-1 8 0-16,-6 4 0 15,-3 3 0-15,1-5 0 16,0-4 0-16,-1-6 0 15,2-8 0-15,3-10 0 16,7-8 0-16,5 0 0 16,0-5 0-16,6-16 0 15,-4-5 0-15,-8-2 2 16,-10 0-2-16,-5-2 0 16,0-2 0-16,-14 2 0 15,-13 1 0-15,-2 8 0 0,-5 6 0 16,-1 14 0-16,0 1 0 15,-1 10 0-15,3 23 0 16,6 6-2-16,8 2 2 16,9 2 0-16,10-9-2 15,0-8-8-15,20-12-672 16</inkml:trace>
  <inkml:trace contextRef="#ctx0" brushRef="#br0" timeOffset="-195987.45">12059 13491 2017 0,'0'0'13'0,"0"0"-7"0,0 0 0 0,0 0-4 16,0 0-1-16,-134-40-1 15,105 70 0-15,3 4 0 16,3 0 0-16,9 0 0 15,8-3 0-15,6-8 0 16,0-7 0-16,2-7 0 16,21-9 0-16,6 0 0 15,0-3 0-15,2-16 0 16,-4-3 0-16,-6-3 0 16,-5 3 0-16,-5-2 0 0,-3 4 0 15,-8 7 0-15,2 2 0 16,-2 7 0-16,0 4 2 15,0 0-2-15,0 0 0 16,4 0 0-16,3 16 0 16,3 18 0-16,4 13 0 15,-3 9 0-15,0 4 0 16,-2 2 0-16,-4 3 0 16,-1 0 0-16,-4 2 0 15,0-1 0-15,0-1 0 16,0-3 0-16,-2-12 0 15,-14-6 0-15,-1-21 0 0,-2-7 0 16,0-14 0 0,-2-2 0-16,3-14 0 0,8-19 0 15,5-16 0-15,5-11 0 16,0-14 0-16,9-11 0 16,13-8 0-16,6-1 0 15,5-1 0-15,0 7 0 16,0 5 0-16,3 16 0 15,-3 17 0-15,0 13 0 16,-6 21 0-16,-2 16 0 16,0 0 0-16,-5 30 0 15,-3 8 0-15,-3 8 0 16,-5 2 0-16,-5-2 0 16,1-1 0-16,-3-6 0 0,0-5 0 15,0-9 0-15,-2-11 0 16,2-10 0-1,-2-4 0-15,0 0 0 0,0-14 0 16,0-15 0-16,0-11 0 16,0-7 0-16,2-7 0 15,6-7 0-15,3 5 0 16,5 5 0-16,1 16 0 16,0 13 0-16,4 16 0 15,-3 6 0-15,4 7 0 16,0 23 0-16,-2 9 0 15,1 1 0-15,-8 0 0 16,-5-6 0-16,2-6 0 0,-1-8 0 16,-1-8 0-16,0-4 0 15,-4-8 0-15,2 0 0 16,5-8 0-16,7-16 0 16,0-8 0-16,0-8 0 15,0-4 0-15,-1-9 0 16,2-3 0-16,0 5 0 15,1 13 0-15,-3 11 0 16,0 21 0-16,-1 6 0 16,5 9 0-16,8 16 0 15,3 4 0-15,11-3 0 16,7-11 0-16,10-2 0 16,7-13 0-16,-5 0 0 0,-6-6 0 15,-11-16 0-15,-11-3 0 16,-13 0 0-16,-11-4 0 15,-10 5 0-15,-2 0-4 16,-29-4-102-16</inkml:trace>
  <inkml:trace contextRef="#ctx0" brushRef="#br1" timeOffset="-193634.62">12299 12230 2030 0,'0'0'7'0,"0"0"-5"16,0 0 1-16,0 0-2 15,0 0 0-15,0 0-1 16,0 0 0-16,-62 46 1 15,86-46-1-15,30 0 0 16,21-23 2-16,15-10-2 0,5-3 0 16,0-1 0-16,-14 5 0 15,-14 4 0-15,-15 6 0 16,-19 9 0-16,-12 0 0 16,-11 5 0-16,-8 2 0 15,-2-3 0-15,0 1 0 16,-6-5 0-16,-17 3 0 15,-8 4 0-15,-4 2 0 16,-1 4 0-16,-1 0 0 16,1 0 0-16,9 1 0 15,9 6 0-15,14-3 0 16,4-4 0-16,2 0 0 16,29 0 0-16,11 0 0 0,10 0 0 15,-3 0 0-15,-3-4 0 16,-6 4 0-16,-9 0 0 15,-8 0 0-15,-5 2 0 16,-7 12 0-16,-5 10 0 16,-3 5 0-16,-3 2 0 15,0 5 0-15,0-2 0 16,-16 4 0-16,-2-1 0 16,1-3 0-16,3-5 0 15,3-6 0-15,5-7 0 16,4-7-2-16,2-9 0 15,0 0-33-15</inkml:trace>
  <inkml:trace contextRef="#ctx0" brushRef="#br1" timeOffset="-193380.95">13425 11447 2039 0,'0'0'3'0,"0"0"-1"16,0 0-1-16,0 0-1 16,0 0 0-16,0 0 2 15,24 103-2-15,-13-47 0 16,1 5 0-16,-1-2 0 16,-3-1 0-16,-1 1 0 15,-2-3 0-15,-5-4 0 0,0-4 0 16,0-8 0-16,0-8-2 15,0-10-4-15</inkml:trace>
  <inkml:trace contextRef="#ctx0" brushRef="#br1" timeOffset="-192412.96">13839 11496 2013 0,'0'0'16'0,"0"0"-6"0,0 0-6 16,0 0-3-16,0 0 0 15,0 0-1-15,-80 47 0 16,57 0 0-16,8 3 0 16,6-1 2-16,7-4-2 15,2-7 0-15,0-5 0 16,13-10 0-16,14-10 0 15,-1-11 0-15,5-2 0 16,-2-4 0-16,0-20 0 16,-2-4-2-16,-6-5 2 15,-6-3 0-15,-6-6 0 16,-6-6 0-16,-1-4 0 16,0 2 0-16,1 6 0 0,7 6 0 15,4 10 0 1,3 9 0-16,1 9 0 0,-1 10 0 15,4 0 0-15,-1 25 0 16,-2 13 0-16,-2 8 0 16,-8 4 0-16,1 4 0 15,-2-4 0-15,2-2 0 16,-3-6 0-16,3-10 0 16,1-10 0-16,-2-11 0 15,3-11 0-15,7 0 0 16,5-14 0-16,-2-16 0 15,2-6 0-15,-5-8 0 0,-7-3 0 16,-9-7 0 0,-2-2 0-16,0 4 0 0,-17 6 0 15,-10 12 0-15,-2 10 0 16,-2 12 0-16,2 9 0 16,2 3 0-16,2 0 0 15,6 15 0-15,9-1 0 16,4-2 0-16,6-5 0 15,0-2 0-15,16-5 0 16,15 0 0-16,5-5 0 16,3-9 0-16,1-4 0 15,-1 2 0-15,-2 0 0 16,1 4 0-16,-5 2 0 16,-4 4 0-16,-4 6 0 15,-9 0 0-15,1 6 0 0,-6 22 0 16,-1 11 0-16,-1 5 2 15,-1 6-2-15,-1 0 0 16,2-2 0-16,0-6 0 16,2-12 0-16,0-9 0 15,4-14 0-15,2-7 0 16,0 0 0-16,5-18 0 16,1-14 0-16,-1-3 0 15,-4-4 0-15,-7 1 0 16,-9-4 0-16,-2-5 0 15,0 0 0-15,-11-1 0 16,-9 5 0-16,-2 7 0 0,-1 13 0 16,-1 16 0-16,-3 7 0 15,-4 2 0-15,-1 28 0 16,1 8 0-16,3 6 0 16,10 2-2-16,2 5 1 15,3-5-9-15</inkml:trace>
  <inkml:trace contextRef="#ctx0" brushRef="#br1" timeOffset="-191288.67">15191 11159 2017 0,'0'0'13'0,"0"0"-5"0,0 0-4 0,0 0-3 16,0 0 0-16,-133 9-1 16,102 22 0-16,2-1 0 15,4-3 0-15,12-4 0 16,6-2 1-16,7-9-1 16,0-5 0-16,7-5 0 15,20-2 0-15,4 0 0 16,4-18 0-16,1-7 0 15,-5-6 0-15,-4-2-1 0,-5-2 1 16,-6 3 0 0,-8 4 0-16,-7 6 1 0,-1 6-1 15,0 10 2-15,0 4-2 16,0 2 0-16,0 14 0 16,0 21 0-16,0 19 0 15,5 11 0-15,3 8 0 16,3 5 0-16,3 8 0 15,-3 6 0-15,-3-2 0 16,-2-2 0-16,-6-8 0 16,0-9 0-16,0-6 0 15,-6-14 0-15,-7-7 0 16,-3-10 0-16,1-12 0 16,-3-8 0-16,1-11 0 15,1-3 0-15,1-14-2 0,5-22 2 16,8-18 0-16,2-12 0 15,0-18 0-15,14-10 0 16,12-14 0-16,6 0 0 16,5 6 0-16,1 14 0 15,0 11 0-15,-2 11 0 16,-3 6 0-16,1 11 0 16,-3 12 0-16,-6 13 0 15,-4 12 2-15,-5 12-2 16,-1 0 0-16,-1 29 0 0,-1 15 0 15,-4 9 0 1,-2-1 0-16,-2-2 0 0,-1-6 0 16,0-10 0-16,3-6 0 15,-3-7 0-15,1-13 0 16,-2-6 0-16,3-2 0 16,5-4 0-16,1-23 0 15,1-9 0-15,-1-8 0 16,0-10 0-16,1-4 0 15,-1 0 0-15,3 8 0 16,1 10 0-16,-1 14 0 16,-1 12 0-16,-1 11 0 15,2 3 0-15,-1 8 0 16,1 23 0-16,-1 8 0 16,-1 4 0-16,-1 1 0 0,-2-8 0 15,1-6 0 1,1-8 0-16,-1-10 0 0,-2-8 0 15,4-4 0-15,0-2 0 16,4-22 0-16,0-8 0 16,-1-7 0-16,-3-2 0 15,-1-5 0-15,-4 4 0 16,-1 6 0-16,-3 14 0 16,0 11 0-16,4 11 0 15,-2 4 0-15,5 25 0 16,5 7 0-16,-1-1 0 15,3-3 0-15,5-9 0 0,3-7 0 16,5-7 0 0,8-9 0-16,1 0 0 0,1-13 0 15,2-11 0-15,-5-4 0 16,-5-4 0-16,-1-1 0 16,-6 0 0-16,-1-2-2 15,-5-1-6-15</inkml:trace>
  <inkml:trace contextRef="#ctx0" brushRef="#br1" timeOffset="-190358.7">13919 12187 2033 0,'0'0'7'0,"0"0"-4"0,0 0-2 15,0 0 0-15,0 0-1 16,0 0 0-16,-58 123 2 16,76-86-2-16,24 0 0 15,19-3 0-15,13-4 0 16,14-3 0-16,15-4 0 15,-1 1 0-15,-4-2 0 0,-9-4 0 16,-22 3 0 0,-15 1 0-16,-17-2 0 0,-15 6 0 15,-11 4 0-15,-9 4 0 16,0 7 0-16,-15 2 0 16,-12 1 0-16,-4-1 0 15,0 3 0-15,-10 0 0 16,-10 6 0-16,-13 8 0 15,-10 10 0-15,-6 3 0 16,6-5 0-16,16-10 0 16,16-16 0-16,15-14 0 15,16-14 0-15,5-8 0 16,6-4 0-16,0 0 0 16,0-2 0-16,0 2 0 15,0 1 0-15,0-3 0 0,0 0 0 16,0 0 0-16,0 0 0 15,8-5 0-15,15-15-2 16,5-2-1-16,1-11-65 16</inkml:trace>
  <inkml:trace contextRef="#ctx0" brushRef="#br1" timeOffset="-189008.64">15185 12719 2020 0,'0'0'8'0,"0"0"-4"16,0 0 2-16,0 0-3 16,0 0-1-16,0 0-1 15,-80-100 0-15,80 70-1 16,0 0 2-16,19 4-2 16,6 8 0-16,0 6 0 0,0 12 0 15,-2 0 0-15,0 12 0 16,-5 21 0-16,-5 12 0 15,-7 7 0-15,-6 0 0 16,0 3 0-16,-2-4 0 16,-15-2 0-16,-10-1 0 15,-8-7 0-15,-6 0 0 16,-3-5 0-16,0-8 0 16,5-10 0-16,10-10 0 15,7-8 0-15,9-2 0 16,10-24 0-16,3-12 0 15,16-6 0-15,24 0 0 0,7 5 0 16,0 12 0 0,-5 12 0-16,-6 15 0 0,-2 0 0 15,-5 16 0-15,-6 13 0 16,-2-2 0-16,-3 1 0 16,-3 1 0-16,-2-4 0 15,-1 0 0-15,-1-8 0 16,-1-4-2-16,0-12-4 15,3-1-136-15</inkml:trace>
  <inkml:trace contextRef="#ctx0" brushRef="#br1" timeOffset="-188453.45">15586 12637 1707 0,'0'0'321'0,"0"0"-312"0,0 0-3 0,0 0-5 16,0 0 0-1,0 0-1-15,-71-66 2 0,46 104-2 16,0 8 0-16,6 0 0 16,5-2 0-16,7-2 0 15,7-8 0-15,0-5 0 16,0-11 0-16,17-13 0 16,4-5 0-16,8 0 0 15,0-12 0-15,0-13 0 16,-2-3 0-16,-2-9 0 15,-7-1 0-15,-1-4 0 16,-6-4 0-16,-1 4 0 0,-2 8 0 16,-2 6 0-16,1 12 0 15,0 10 0-15,0 6 0 16,2 0 0-16,6 6 0 16,1 13 0-16,-1 6 0 15,1-1 0-15,-1-1 0 16,-1 0 0-16,-2-7 0 15,1-5 0-15,-2-5 0 16,5-6 0-16,1 0 0 16,1-7 0-16,2-17 0 15,-7-3 0-15,-2-4 0 16,-6 1 0-16,-5-2 0 0,0 1 0 16,-7 2 0-16,-15 7 0 15,0 5 0 1,-5 13 0-16,0 4 0 0,-2 0 0 15,-2 18 0-15,2 8 0 16,0 6 0-16,9-1 0 16,5-1 0-16,8-1-2 15,3-4-3-15,4-13-1243 16</inkml:trace>
  <inkml:trace contextRef="#ctx0" brushRef="#br1" timeOffset="-187290.02">16359 12202 2033 0,'0'0'6'0,"0"0"-2"0,0 0-2 16,0 0-2-16,0 0 2 15,0 0-2-15,-147 44 0 16,111-1 0-16,7-2 0 15,14-1 0-15,7-7 0 16,8-8 0-16,0-7 0 16,10-10 0-16,17-8 0 15,8 0 0-15,0-8 0 16,3-16 0-16,-3-7 0 16,-14 2 0-16,-5 0 0 15,-9-4 0-15,-7 5 0 0,0 2 0 16,0 10 0-1,0 8 0-15,0 6 0 0,0 2 0 16,0 4 0-16,0 25 0 16,0 14 0-16,0 13 0 15,0 2 0-15,0 4 0 16,0 3 0-16,0 3 0 16,-4 10 0-16,-8 4 0 15,-1 3 0-15,-5-1 0 16,-2-15 0-16,2-6 0 15,-5-11 0-15,0-10 0 16,-2-18 0-16,0-15 0 0,3-9-2 16,1-3 2-16,8-29 0 15,5-14-1-15,8-16 1 16,0-10 0-16,6-12 0 16,25-2 0-16,10-6 1 15,8 9-1-15,2 7 0 16,-4 8 0-16,-2 6 0 15,-3 5 0-15,1 3 0 16,-4 6 0-16,-1 4 0 16,-7 7 2-16,-8 12-2 15,-8 10 0-15,-6 9 0 16,0 6 0-16,2 0 0 0,3 11 0 16,1 21 0-16,-1 12 0 15,-7 6 0-15,-1 0 0 16,-2-1 0-16,-4-5 0 15,4-8 0-15,4-9 0 16,-2-10 0-16,3-7 0 16,-3-10 0-16,6 0 0 15,3-4 0-15,8-20 0 16,-1-13 0-16,0-9 0 16,-4-8 0-16,-1-8 0 15,2-2 0-15,-3 6 0 16,1 11 0-16,-1 19 0 15,-3 16 0-15,0 12 0 0,-1 0 0 16,1 27 0 0,3 8 0-16,-5 10 0 0,-3-3 0 15,2-4 0-15,-2-6 0 16,1-8 0-16,3-12 0 16,-4-5 0-16,5-7 0 15,6-3 0-15,2-21 0 16,9-12 0-16,-4-6 0 15,1-6 0-15,0-8 0 16,-2-4 0-16,-5 6 0 16,-3 15 0-16,-7 17 0 15,-7 18 0-15,0 4 0 16,4 13 0-16,-1 20 0 16,3 9 0-16,5 0 0 15,1-2 0-15,3-6 0 0,7-9 0 16,2-7 0-16,4-8 0 15,4-10 0-15,3 0 0 16,4-9 0-16,-1-16 0 16,-4-7 0-16,-5-2 0 15,-10-4 0-15,-9 1 0 16,-6 1 0-16,-7 5 0 16,0 6 0-16,-9 11-2 15,-22 5-8-15</inkml:trace>
  <inkml:trace contextRef="#ctx0" brushRef="#br1" timeOffset="-186353.06">10107 15986 2032 0,'0'0'6'0,"0"0"-3"0,0 0-1 0,0 0-1 15,0 0-1-15,0 0 0 16,41 164 1-16,-18-84-1 16,0 1 0-16,-1-4 0 15,-7-3 0-15,-3-7 2 16,-3-9-2-16,-7-8 0 15,-2-14 0-15,0-10-2 16,0-12 2-16,0-14-6 16,0 0-539-16</inkml:trace>
  <inkml:trace contextRef="#ctx0" brushRef="#br1" timeOffset="-186107.95">10198 16022 1960 0,'0'0'63'15,"0"0"-53"-15,-19-103-3 16,19 80-5-16,2 2-1 16,19 7 0-16,3 9-1 15,8 5 0-15,2 0 0 16,-7 31 0-16,-5 5 1 16,-11 9-1-16,-11 0 0 15,0 0 0-15,-15-1 0 16,-14-4 0-16,0 4 0 15,2-7 0-15,9-10 0 16,7-1 0-16,9-18-3 0,2-8-20 16</inkml:trace>
  <inkml:trace contextRef="#ctx0" brushRef="#br1" timeOffset="-185828.71">10878 15777 2023 0,'0'0'14'0,"0"0"-9"16,0 0-3-16,0 0-1 16,0 0-1-16,0 0 0 15,-58 146 2-15,45-79-2 0,0-1 0 16,1 2 0-16,1-2 0 15,-3-4 0-15,1 3 0 16,2-8 0-16,0-13 0 16,2-13 0-16,3-13 0 15,-1-18-3-15,2 0-18 16</inkml:trace>
  <inkml:trace contextRef="#ctx0" brushRef="#br1" timeOffset="-185481.56">10559 15615 1945 0,'0'0'83'0,"0"0"-75"0,0 0-2 16,0 0-5-16,0 0 0 16,0 0-1-16,-31-36 0 15,40 54 0-15,5 3 0 16,-1 2 0-16,-5-5 0 15,-2-9 0-15,-2 0 0 16,-4-5 0-16,0 2 0 16,0-2 0-16,0 4 0 15,-10-3 0-15,-3-4 0 16,-1-1 0-16,1 0 0 16,0 0 0-16,2-14 0 0,2-4 0 15,5 4 0-15,2 6 0 16,2 0 0-16,0 3 0 15,8 5 0-15,17 0-1 16,2 0-7-16,4 17-168 16</inkml:trace>
  <inkml:trace contextRef="#ctx0" brushRef="#br1" timeOffset="-185160.85">11174 16173 2018 0,'0'0'16'0,"0"0"-12"0,0 0-1 15,0 0-2-15,0 0 0 16,0 0-1-16,37 17 0 15,-32-3 0-15,-5 5 1 16,0-6-1-16,0 1 0 16,-5-2 0-16,-11-3 0 15,0-7 0-15,-2-2 0 16,7 0 0-16,0-15 0 0,7-7 0 16,4-2 0-1,0-2-4-15,0-4-24 0</inkml:trace>
  <inkml:trace contextRef="#ctx0" brushRef="#br1" timeOffset="-184884.92">11658 15749 2020 0,'0'0'14'0,"0"0"-10"0,0 0 0 16,0 0-2-16,0 0-1 15,0 0-1-15,80-28 0 16,-39 8 2-16,-4 0-2 16,-1-2 0-16,-7 1 0 15,-7 6 0-15,-5-2 0 16,-3 9-3-16,-7 7-5 15,-7 1-59-15</inkml:trace>
  <inkml:trace contextRef="#ctx0" brushRef="#br1" timeOffset="-184636.89">11642 15972 2005 0,'0'0'25'0,"0"0"-21"15,0 0 1-15,0 0-2 16,133-13-2-16,-77-4-1 16,2-7 1-16,0-2-1 15,-4-5 0-15,-8 5 0 16,-10 6 0-16,-11 7 0 16,-9 9 0-16,-10-1 0 15,-4 5 0-15,0 0 0 16,-2 0-1-16,0 13-2 15,0 6-34-15</inkml:trace>
  <inkml:trace contextRef="#ctx0" brushRef="#br1" timeOffset="-183756.93">12756 15387 1692 0,'0'0'312'0,"0"0"-297"0,0 0-7 0,0 0-1 0,0 0-3 16,0 0-2-16,0-4 0 15,-13 0-1-15,-14-5 0 16,-4-1-1-16,2-2 0 16,6-3 0-16,10-6 0 15,9-5 1-15,4-2-1 16,2-8 0-16,23 0 0 0,6 4 0 16,-7 10 0-16,-2 9 0 15,-1 13 0-15,-4 0 2 16,6 18-2-16,1 22 0 15,-1 10 0-15,-6 9 0 16,-7-2 0-16,-8 0 0 16,-2-3 0-16,0 0 0 15,-18-1 0-15,-11-8 0 16,-11 4 0-16,-3-13 0 16,-3-6 0-16,4-10 0 15,7-7 0-15,9-13 0 16,10 0 0-16,8-15 0 15,6-12 0-15,2-6 0 16,6-1 0-16,27 0 0 16,9 2 0-16,3 10 0 0,0 5 0 15,-5 15 0-15,0 2 0 16,-2 0 0-16,-3 23 0 16,-6 3 0-16,-2 5 0 15,-6-4 0-15,-6 1 0 16,-4-2 0-16,-2-7-3 15,2-2-7-15</inkml:trace>
  <inkml:trace contextRef="#ctx0" brushRef="#br1" timeOffset="-183137.01">13373 15254 2016 0,'0'0'15'0,"0"0"-7"0,0 0-4 0,0 0-3 16,0 0 0-16,-133-100-1 16,108 115 2-16,-2 21-2 15,6 8 0-15,0 9 0 16,10-3 0-16,9 0 0 16,2 2 0-16,0-12 0 15,13-4 0-15,10-9 0 16,4-13 0-16,4-14 0 15,2 0 0-15,-2-9 0 16,-2-15 0-16,-5-12 0 16,-1 0 0-16,-10-6 0 0,-2 1 0 15,-6-13 0-15,-3 5 0 16,2-4 0-16,4 8 0 16,4 9 0-16,7 5 0 15,2 12 0-15,2 10 0 16,2 9 0-16,-1 0 0 15,2 15 0-15,-3 15 0 16,-1 10 0-16,-5 1 0 16,0 8 0-16,-7-5 0 15,2-4 0-15,-3-3 0 16,-1-12 0-16,2-9 0 16,1-7 0-16,7-9 0 0,1 0 0 15,6-25 0-15,-2-4 0 16,-4-13 0-16,-3 3 0 15,-7-11 0-15,-9 1 0 16,0-4 0-16,-7 9 0 16,-13 0 0-16,-5 11 0 15,-1 16 0-15,-5 4 0 16,-8 13 0-16,0 0 0 16,-3 30 0-16,1 6 0 15,10 8 0-15,9 3 0 16,4 5 0-16,7-2-4 15,-1 2-96-15</inkml:trace>
  <inkml:trace contextRef="#ctx0" brushRef="#br1" timeOffset="-182736.75">12228 16506 2033 0,'0'0'5'0,"0"0"-4"0,0 0 1 0,0 0 0 15,149-69 0-15,-3-12-2 16,32-13 0-16,33-4 0 15,21 0 2-15,1 0-2 16,-9 11 0-16,-33 12 0 16,-39 14 0-16,-36 11 0 15,-27 14 0-15,-22 10 0 16,-19 4 0-16,-19 12 0 16,-17 6 0-16,-10 4 0 15,-2 0 0-15,0 0 0 16,-16 4 0-16,-15 13 0 15,-4 8 0-15,-10 5 0 16,-3-2-3-16,-5 2-14 0</inkml:trace>
  <inkml:trace contextRef="#ctx0" brushRef="#br1" timeOffset="-181907.17">10265 14824 1991 0,'0'0'36'0,"0"0"-36"0,0 0 2 0,0 0 4 15,0 0-1-15,174-26-2 16,-33-28-2-16,38-13 0 16,41-14-1-16,29-3 0 15,16-9 0-15,4-3 0 16,-7 2 0-16,-18 6 0 16,-25 8 0-16,-46 8 0 15,-38 13 0-15,-47 13 0 16,-32 9 0-16,-19 10 0 15,-10 4 0-15,-12 6 2 16,-3 5-2-16,-8 4 0 0,2 4 0 16,-6 1 0-16,2 3 0 15,-2 0 0-15,0 0 0 16,2 0 0-16,0 13 0 16,-2 11 0-16,0 10-2 15,-6 2-1-15,-27 0-31 16</inkml:trace>
  <inkml:trace contextRef="#ctx0" brushRef="#br1" timeOffset="-180805.11">13527 16371 2020 0,'0'0'13'0,"0"0"-8"0,-113-87-2 15,66 74-1-15,-2 9-1 16,4 4-1-16,7 23 0 16,6 34 0-16,13 7 0 15,14 10 0-15,5-5 0 16,5-8 1-16,28-11-1 15,8-11 0-15,7-12 0 16,10-9 0-16,7-9 0 16,-3-5 0-16,-8-4 0 15,-16 1 0-15,-16 4 0 16,-11-1 0-16,-11 8 0 0,0 6 0 16,-4 6 0-1,-35 10 2-15,-16 6-2 0,-9-9 0 16,1-4 0-16,10-9 0 15,15-13 0-15,15 0 0 16,15-5 0-16,8-6 0 16,0-28 0-16,20-20 0 15,16-12 0-15,8-2 0 16,1-7 0-16,-5-3 0 16,-11-2 0-16,-14 0 0 15,-15 9 0-15,0 9 0 16,-17 21 0-16,-15 4 0 15,1 17 0-15,-2 14 0 16,-3 6 0-16,-3 0 0 16,0 26 0-16,3 13 0 0,7 9 0 15,7 2 0-15,15 6 0 16,7-2-2-16,5-14-3 16,28-5-69-16</inkml:trace>
  <inkml:trace contextRef="#ctx0" brushRef="#br1" timeOffset="-180180.77">13899 16271 2030 0,'0'0'8'0,"0"0"-3"0,0 0-3 16,0 0-2-16,0 0 2 15,0 0-2-15,-115 5 0 16,88 36 0-16,6 7 0 16,8 2 0-16,7-3 0 15,6 0 0-15,0-7 0 16,9-6 0-16,8-12 0 16,3-8 0-16,3-10 0 15,-2-4 0-15,4-4 0 16,0-22 0-16,2-13 0 15,0-11 0-15,-3-7 0 16,-6-3 0-16,-2 2 0 0,-3 5 0 16,-3 7 0-16,4 12 0 15,1 6 0-15,1 10 0 16,3 5 0-16,-6 10 0 16,0 3 0-16,3 2 0 15,-1 26 0-15,3 8 0 16,-3 4 0-16,-1 4 0 15,-3 1 0-15,2-6 0 16,3 2 0-16,-2-9 0 16,-3-11 0-16,1-10 0 15,2-11 0-15,4-5 0 16,4-18 0-16,1-13 0 0,-1-5 0 16,-11-3 0-16,-9 4 0 15,-2-4 0-15,0 0 0 16,-22 4 0-16,-5 8 0 15,-8 10 0-15,1 7 0 16,-2 12 0-16,-1 3 0 16,4 9 0-16,-1 22 0 15,7 1 0-15,7 4 0 16,5-2 0-16,9-2-3 16,4-14-12-16</inkml:trace>
  <inkml:trace contextRef="#ctx0" brushRef="#br1" timeOffset="-179858.82">14790 15091 2034 0,'0'0'7'0,"0"0"-4"0,0 0-2 0,0 0-1 16,0 0 0-16,0 0 2 15,-38 113-2-15,28-55 0 0,-2 10 0 16,3 10 0 0,-2 2 0-16,2 3 0 0,-1-11 0 15,0-6 0-15,-1-9 0 16,0-17 0-16,4-11 0 15,3-9 0-15,4-20 0 16,0 0-6-16,2-20-122 16</inkml:trace>
  <inkml:trace contextRef="#ctx0" brushRef="#br1" timeOffset="-179580.7">14488 15346 2006 0,'0'0'20'0,"0"0"-11"16,0 0-2-16,0 0-5 0,0 0-2 16,0 0 1-16,46 37 1 15,21-6-2-15,5 5 0 16,-2 2 0-16,2-3 0 16,-12-1 0-16,-7-12 0 15,-12-4 0-15,-10-4 0 16,-9-7 0-16,-9-4 0 15,1-3 0-15,-7 0 0 16,-2 0 0-16,-2 0 0 16,-3 0 0-16,0 0 0 15,0 0-4-15,-17-3-22 16</inkml:trace>
  <inkml:trace contextRef="#ctx0" brushRef="#br1" timeOffset="-179250.08">15232 14771 2026 0,'0'0'11'0,"0"0"-5"0,0 0-4 16,0 0-2-16,0 0 2 16,0 0-2-16,-18 174 0 15,34-94 0-15,7 0 0 16,2-3 0-16,-2-7 0 16,-3-2 0-16,-7-9 0 15,-4-11 0-15,0-7 0 16,0-9 0-16,2-8 0 15,5-18-5-15,5-6-451 16</inkml:trace>
  <inkml:trace contextRef="#ctx0" brushRef="#br1" timeOffset="-178621.08">15729 14847 2015 0,'0'0'19'0,"0"0"-12"16,0 0-4-16,0 0-2 16,0 0-1-16,-119-31 2 15,97 76-2-15,2 7 0 16,6 1 0-16,10 2 0 16,4-10 0-16,0 0 0 15,4-9 0-15,17-11 0 16,4-11 0-16,6-9 0 15,0-5 0-15,0 0 0 16,-4-15 0-16,-3-9 0 0,-8-5 0 16,-3-7 0-1,-7-4 0-15,0-8 0 0,-4-2 0 16,-2-8 0-16,4 4 0 16,0 7 0-16,5 14 0 15,5 10 0-15,-1 16 0 16,7 7 0-16,-3 7 0 15,6 31 0-15,-5 14 0 16,-3 11 0-16,-1-5 0 16,-1 1 0-16,0-11 0 15,3-7 0-15,0-5 0 16,2-10 0-16,2-12 0 0,2-10 0 16,7-4 0-16,2-4 0 15,3-24 0-15,-3-8 0 16,-5-4 0-16,-2-10 0 15,-7-6 0-15,-11-12 0 16,-6-2 0-16,0-3 0 16,-18 8 0-16,-11 11 0 15,-9 14 0-15,1 11 0 16,-3 15 0-16,-1 14 0 16,1 0 0-16,1 18 0 15,0 18 0-15,3 8 0 16,7 10 0-16,8 5 0 15,3 0 0-15,3-1-3 0,1-10-37 16</inkml:trace>
  <inkml:trace contextRef="#ctx0" brushRef="#br1" timeOffset="-178006">14761 17295 1761 0,'0'0'278'0,"0"0"-275"16,0 0-3-16,0 0 2 15,0 0-1-15,0 0-1 16,27-10 2-16,35-13-2 0,21-8 0 16,6-9 0-16,-2 0 0 15,-14 4 0-15,-10 0 0 16,-16 5-2-16,-18 9-3 15,-18 8-109-15</inkml:trace>
  <inkml:trace contextRef="#ctx0" brushRef="#br1" timeOffset="-177833.93">14995 17637 2012 0,'0'0'21'0,"0"0"-19"15,0 0 3-15,0 0-2 0,121 15-2 16,-32-51-1 0,20-8 0-16,11-11 0 0,0-3 0 15,-12 0-4-15</inkml:trace>
  <inkml:trace contextRef="#ctx0" brushRef="#br1" timeOffset="-174227.24">16265 16583 1944 0,'0'0'66'0,"0"0"-51"0,0 0-9 16,0 0-1-16,0 0-2 16,0 0-2-16,0-12-1 15,0 12 1-15,0 0-1 16,0 0 0-16,0 0 0 16,0 14 1-16,-11 6-1 0,-5-2 1 15,-3 1-1-15,-8-6 0 16,-6 1 0-16,-2-6 1 15,3-4-1-15,1-4 0 16,8 0 0-16,7 0 0 16,12-18 0-16,4-3 0 15,0-10 0-15,0-5 0 16,20 4 0-16,9-5 0 16,0 12 0-16,5 3 0 15,-3 8 0-15,0 14 0 16,2 0 0-16,1 17 0 15,-3 20 0-15,-4 3 0 16,-5 10 0-16,-9 3 0 0,-8 4 1 16,-5-2-1-16,0 3 0 15,-11 0 0-15,-16 1 0 16,-4-7 0-16,-7 1 0 16,-3-13 0-16,1-3 0 15,3-15 0-15,6-8 0 16,6-6 0-16,5-8 0 15,9 0 0-15,2-13 0 16,7-14 0-16,2-4 2 16,0-1-2-16,11 3 0 15,16 4 0-15,4 7 0 16,2 2 0-16,-4 10 0 0,2 6 0 16,1 0 0-1,-1 6-2-15,-2 11 4 0,0 10-4 16,0-5 2-16,-5 4 0 15,0-8 0-15,-2 0 0 16,3-8 0-16,0-6-2 16,2-4-14-16</inkml:trace>
  <inkml:trace contextRef="#ctx0" brushRef="#br1" timeOffset="-173858.17">16697 16361 1978 0,'0'0'43'0,"0"0"-31"0,0 0-5 0,0 0-4 15,0 0-2-15,-135 7-1 16,112 52 1-16,10 3-1 16,11-8 0-16,2-12 0 15,0-8 0-15,20-7 0 16,13-10 0-16,10-7 0 15,13-6 2-15,8 0-2 16,1-4 0-16,-5 0 0 16,-14 0 0-16,-12 6 0 15,-12 6 0-15,-9 2 0 0,-8 4 0 16,-5 9 0 0,0 5 0-16,-20 4 0 0,-18 0 0 15,-7 2 0 1,-3-2 0-16,-4-8 0 0,4-6 0 15,14-10 0-15,8-12 0 16,7 0-3-16,11-22-18 16</inkml:trace>
  <inkml:trace contextRef="#ctx0" brushRef="#br1" timeOffset="-173664.01">16587 16330 2025 0,'0'0'11'0,"0"0"-9"16,0 0 1-16,0 0-1 15,0 0-2-15,133-82 0 16,-71 60 0-16,1-4 0 16,1 3 0-16,-1-2 0 15,-3 2-9-15</inkml:trace>
  <inkml:trace contextRef="#ctx0" brushRef="#br1" timeOffset="-173416.76">17709 15538 2028 0,'0'0'11'0,"0"0"-8"15,0 0-1-15,0 0-1 16,0 0-1-16,-64 147 0 15,59-61 2-15,5 8-2 16,0 9 0-16,-2-5 0 16,-4 0 0-16,-6 0 0 15,-3 1 0-15,-4-11 0 16,0-10 0-16,-1-16 0 16,-1-18 0-16,2-18-2 15,-4-16-5-15</inkml:trace>
  <inkml:trace contextRef="#ctx0" brushRef="#br1" timeOffset="-173100.9">17231 15712 2024 0,'0'0'9'16,"0"0"-6"-16,0 0 0 15,0 0-1-15,-108 125 0 16,66-83-1-16,-7-3-1 16,-5-8 0-16,8-8 1 15,8-14-1-15,9-9 0 0,11 0 0 16,9-13 0 0,9-28 0-16,0-3 0 0,21-2 0 15,12 2 0-15,7 7 0 16,-5 12 0-16,-1 10 0 15,-3 8 0-15,-2 7 0 16,4 0 0-16,7 18-5 16,7 9-28-16</inkml:trace>
  <inkml:trace contextRef="#ctx0" brushRef="#br1" timeOffset="-172740.66">17961 16230 2027 0,'0'0'7'16,"0"0"-6"-16,0 0 3 15,0 0-1-15,0 0-2 16,127 82 0-16,-114-47-1 15,-8 1 1-15,-5-1-1 16,0 2 0-16,-11-5 0 16,-20-2 2-16,-14-4-2 0,-6-13 0 15,0-8 0 1,5-5 0-16,13 0 0 0,12-30 0 16,9-6 0-16,7-14 0 15,5-2 0-15,0 2 0 16,14-3 0-16,10 7 0 15,5 6 0-15,4-4-3 16,6 0-9-16</inkml:trace>
  <inkml:trace contextRef="#ctx0" brushRef="#br1" timeOffset="-172260.07">18027 14847 2028 0,'-144'-40'5'0,"-28"35"-2"0,-30 14 2 15,-39 45-3-15,-35 30-1 16,-23 28 0-16,-8 31-1 16,13 27 0-16,20 27 2 15,27 25-2-15,33 28 0 16,44 19 0-16,63 17 0 15,78-10 0-15,58-26 0 16,85-41 0-16,59-43 0 16,39-36 0-16,40-45 0 15,31-31 0-15,26-38 0 16,19-16 0-16,6-58 0 16,-13-34 0-16,-8-29 0 0,-18-23 0 15,-23-13 0-15,-18-11 0 16,-33-6 0-16,-39-15 0 15,-49-7 0-15,-52-13 0 16,-50-5 0-16,-35 7 0 16,-76 3 0-16,-60 11 0 15,-56 28 0-15,-40 31 0 16,-28 46 0-16,-5 50 0 16,-1 38 0-16,3 72 0 15,13 45 0-15,15 35 0 16,32 21-2-16,38 19-1 15,38 6-12-15</inkml:trace>
  <inkml:trace contextRef="#ctx0" brushRef="#br1" timeOffset="-171917.91">15635 18789 2041 0,'0'0'1'0,"0"0"-1"0,179-12 1 0,-64-64 1 16,34-45 0-16,40-49-2 15,52-31 0-15,44-17 0 16,34-5 0-16,18 17 0 15,-1 0 0-15,-17 5 0 16,-25 14 0-16,-43 27 0 16,-63 44 0-16,-68 47 0 15,-62 39 0-15,-47 24 0 16,-11 6 0-16,-40 36-2 16,-32 18 1-16,-26 12-4 15,-18 3-35-15</inkml:trace>
  <inkml:trace contextRef="#ctx0" brushRef="#br1" timeOffset="-158337.68">12012 8024 1889 0,'0'0'94'0,"0"0"-70"0,0 0-10 0,0 0-8 16,0 0-2-16,0 0-2 15,0 0-1-15,-94-52 1 16,46 52-1-16,-18 0 1 16,-18 0-2-16,-25 10 1 15,-27 9-1-15,-27 4 0 16,-22 2 0-16,-19 1 1 15,-8 2-1-15,-2 1 0 16,-2 4 0-16,-5 5 0 16,-9 2 1-16,-3 6-1 0,-8 11 0 15,0 3 0-15,10 8 0 16,3 7 0-16,6-2 0 16,8 4 0-16,2-2 0 15,12-4 0-15,11-1 0 16,8-2 1-16,11-4-1 15,12-1 0-15,0 1 0 16,2 0 0-16,-2 4 0 16,-7 2 0-16,-2 3 0 15,-5-1 0-15,3 4 0 16,-1 2 0-16,7-2 0 16,15 2 0-16,10-1 0 0,18 5 0 15,16 0 0-15,14 2 0 16,9 5 0-16,5 2 0 15,5 12 0-15,0 10 0 16,2 3 0-16,2 2 0 16,2-6 0-16,5-9 0 15,2-7 0-15,3-6 0 16,-1-4 0-16,4 0 0 16,8 1 0-16,9 6 0 15,10 9 0-15,17 2 0 16,8 0 0-16,0-2 1 15,31-2-1-15,13-2 0 16,12 1 0-16,4-4 0 0,7-2 0 16,-3-2 1-16,-2-7-1 15,-3-4 0-15,1-5 0 16,-2-7 0-16,2-4 0 16,5-10 0-16,1-8 0 15,7-9 0-15,12-14 0 16,9-7 0-16,18-10 0 15,10-6 0-15,5 0 0 16,6 0 0-16,-5-14 0 16,6-3 0-16,-3 0 0 15,0-3 0-15,-4-4 0 16,-5-3 0-16,3-6 2 0,-4-7-2 16,1-7 0-16,5-7 0 15,7-2 0-15,6 4 0 16,-1 3 0-16,-6 5 0 15,-6 4 0-15,-4 0 0 16,-5 2 0-16,-2 3 0 16,-5-6 0-16,0 5 0 15,-1-2 0-15,-3 2 0 16,-6 0 0-16,-1-2 0 16,0 0 0-16,2-2 0 15,10-2 0-15,6-7 0 16,7-7 0-16,12-9 0 15,10-2 0-15,9 1 0 16,2 1 0-16,-8 9 0 16,-12 12 0-16,-16 9 0 0,-12 2 0 15,-10 3 0-15,-9-1 0 16,3-5 0-16,6-8 0 16,16-9 0-16,13-6 0 15,7-7 0-15,12 4 0 16,0 4 0-16,-1 4 0 15,-2 4 0-15,-11 5 0 16,-2 1 0-16,-11 0 0 16,0 0 0-16,-1-6 0 15,1-2 0-15,6 0 0 16,7 0 0-16,-1 3 0 16,-4 5 0-16,-13 2 0 0,-11 8 0 15,-6 3 0-15,-4-2 0 16,-1 1 0-16,6-3 0 15,6-7 0-15,4 0 0 16,3 1 0-16,-4-4 0 16,-1 3 0-16,-7 2 0 15,-4 6 0-15,-10 2 0 16,-4 6 0-16,-10 0 0 16,-2-4 0-16,1-2 0 15,-1-9 0-15,7 0 0 16,6-7 0-16,10-5 0 15,4-1 0-15,-4 4 0 16,-10 4 0-16,-8 4 0 0,-7 4 0 16,-7 2 0-16,-4 1 0 15,-2-3 0-15,-5 0 0 16,1-6 0-16,-1-8 0 16,-2-8 0-16,2-15 0 15,-5-10 0-15,-5-7 0 16,-5-6 0-16,-7 9 0 15,-10 1 0-15,-7 5 0 16,-10 1 0-16,-2-1 0 16,-9 1 0-16,-22 5 0 15,-16-2 0-15,-9-2-2 16,-6 2 2-16,-3-2 0 16,3 3 0-16,2 8 0 0,-1 7 0 15,-3 8 0-15,-9 5 0 16,-13 5 0-16,-11 8 0 15,-10 2 0-15,-9 7 0 16,0 3 0-16,0 8 0 16,8 3 0-16,2 6 0 15,4 6 0-15,6 2 0 16,3 0 0-16,2 0 0 16,-1 10 0-16,-9 4 0 15,-10 0 0-15,-16 5 0 16,-9-2 0-16,-10-1 0 15,-4 2 0-15,7 1 0 0,10-2 0 16,15 0 0 0,16-1 0-16,8 0 0 0,9 2 0 15,7 4 0-15,2 6 0 16,-4 4 0-16,-5 2 0 16,-7 1 0-16,-8-2 0 15,-6-3 0-15,-6-6 0 16,-6-1 0-16,-3-4 0 15,-3-1 0-15,-1 3 0 16,7 1 0-16,9-1 0 16,11 2 0-16,11-6 0 15,11 1 0-15,19-6 0 16,12-5 0-16,20-3 0 16,14-2 0-16,9-2 0 0,2 0 0 15,0 0 0-15,-4 2 0 16,-4 0 0-16,-2 0 0 15,-6 2 0-15,5 0 0 16,0 0 0-16,9 1 0 16,2 2 0-16,0-6-3 15,27-1-10-15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23:35.29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008B"/>
    </inkml:brush>
  </inkml:definitions>
  <inkml:trace contextRef="#ctx0" brushRef="#br0">4864 4445 1966 0,'0'0'1'0,"0"0"3"0,0 0 14 16,0 0-6-16,0 0-7 15,0 0-4-15,0 0-1 16,-8-4 2-16,8 4-2 16,0 0 1-16,4 0 1 15,11 0-1-15,8 4 2 16,4 3-1-16,8-3 0 16,10-1 1-16,8-3-1 15,17 0-1-15,19 0 1 16,17-10-1-16,17-5 0 15,8-6 0-15,10 3-1 0,3 1 2 16,6 0-2-16,-3 5 0 16,-2-1 0-16,-3 6 0 15,-1-3 0-15,-6 0 0 16,0-1 0-16,-2-1 1 16,6 1-1-16,3-7 0 15,3 0 0-15,-2-2 0 16,-4 2 0-16,-5 3 0 15,-10 2 0-15,-10 4 0 16,-14 4 0-16,-8-1 0 0,-7-1 0 16,-5 0 0-1,0-1 0-15,-2-5 0 0,2 2 0 16,1-4 0-16,6 1 0 16,2 6 0-16,-4 4 0 15,-6 2 0-15,-8 2 0 16,-9 0 0-16,-1 0 0 15,-3 0 0-15,2 0 0 16,5 0 0-16,5-4 0 16,1-5 0-16,-4 0 0 15,6 4 0-15,-2-2 0 16,2 5 0-16,-4 2 0 16,1 0 0-16,-3 0 0 15,-3 0 0-15,3 0 0 16,-5 0 0-16,1 0 0 0,-1 2 0 15,0 2 0 1,3-4 0-16,7 0 0 0,1 3 1 16,6-2-1-16,0 3 0 15,-3 0 0-15,-7 7-1 16,-4-2 1-16,-3 3 0 16,-2 1 0-16,3-3 0 15,1-2 0-15,5-3 0 16,3-1 0-16,3-1 0 15,4-1 0-15,3 2 0 16,0 1 0-16,-3 2 0 16,-2-1 0-16,-6 3 0 0,1 0 0 15,-1 1 0 1,-4-1 0-16,4 0 0 0,-1-2 0 16,-2 2 1-16,3-1-2 15,1 0 1-15,-1-4 0 16,3 0 0-16,-2-4 0 15,-2 0 0-15,1 0 0 16,6 0 0-16,2 0 0 16,4 0 0-16,2-2 0 15,-1-6 0-15,-1 2 0 16,-5-2 0-16,0 4 0 16,-6 2 0-16,-1-1 0 15,-5 3-1-15,1 0 1 16,-3 0 0-16,-3 0 0 15,-5-2 0-15,-1-2 0 0,1-2 0 16,5 1 0-16,1-3 0 16,2 2 0-16,3-2 0 15,-5 2 0-15,-8 4 0 16,-5-1 0-16,-14 3 0 16,-4 0 0-16,-3 0 0 15,2 0 0-15,4-6 0 16,4-4 0-16,2 2 0 15,2 1 0-15,-3-1 0 16,-4 2 0-16,-4 4 0 16,-6-1 0-16,-5 1 0 15,-9 1 0-15,-2-2 0 0,-7 3 0 16,0-4 0-16,0 3 0 16,-2 1 0-16,0-3 0 15,0 3 1-15,0 0-1 16,0 0 0-16,0 0-3 15,-6 0-8-15,-12 0-214 16</inkml:trace>
  <inkml:trace contextRef="#ctx0" brushRef="#br0" timeOffset="1387.58">18690 4371 1989 0,'0'0'8'0,"0"0"-8"16,0 0 6-16,0 0 3 0,0 0-4 15,0 0-3-15,0 0 0 16,58 18 2-16,8-14-1 16,19-4-1-16,24 0 0 15,27 0-1-15,27 0 1 16,46 0 1-16,30-4-2 15,30-3-1-15,19-4 1 16,-1-3-1-16,-6-2 0 16,-14 3 0-16,-17-2 0 15,-32 0 0-15,-24 1 0 16,-36-3 0-16,-30 3 0 16,-24 2 1-16,-19 2 0 15,-16 4-1-15,-16 2 1 0,-13 0-1 16,-13 4 0-1,-10 0 0-15,-3 0 1 0,-7 0-1 16,-5 0 0-16,0 0 0 16,-2 0 0-16,0 0 0 15,2 0 0-15,-2-2 0 16,0 2 0-16,0 0 0 16,0 0 0-16,0 0 0 15,0 0 0-15,0 0 0 16,0 0 0-16,0 0-1 15,0 0 1-15,0 0-2 16,0 6-5-16,-11-4-10 16</inkml:trace>
  <inkml:trace contextRef="#ctx0" brushRef="#br0" timeOffset="10593.08">12126 6454 2000 0,'0'0'17'0,"0"0"-10"15,0 0 1-15,0 0-2 16,0 0-3-16,0 0-2 16,0 0 0-16,0-13 0 15,2 35-1-15,4 22 0 16,-3 22 1-16,-3 16 1 15,0 6-2-15,0 1 0 0,0-10 0 16,0-12 0-16,0-13 0 16,0-8 0-16,0-7 0 15,0-7 0-15,0-6 0 16,0-9 0-16,0-6 0 16,0-7 0-16,0-4 0 15,0 0-3-15,6-15-20 16</inkml:trace>
  <inkml:trace contextRef="#ctx0" brushRef="#br0" timeOffset="11328.44">12739 6561 2014 0,'0'0'11'0,"0"0"-3"15,0 0-3-15,0 0-1 16,-116-25-3-16,82 25 0 16,-1 0-1-16,-3 19 1 15,2 10-1-15,4 6 0 16,11 9 0-16,3 4 0 15,11 2 0-15,7-1 2 0,0-9-2 16,17-4 0-16,15-12 0 16,6-8 0-16,4-8 0 15,2-8 0-15,-3 0 0 16,-1-6 0-16,-9-16 0 16,-2-6 0-16,-6-8 0 15,-8-9 0-15,-6-5 0 16,-4 0 0-16,-1 0 0 15,0 6 0-15,7 6 0 16,3 8 0-16,3 6 0 16,4 7 0-16,1 8 0 15,1 3 0-15,3 6 0 0,-2 0 0 16,-1 2 0 0,-6 15 0-16,-1 8 0 0,-5 5 0 15,-7 2 0-15,2 5 0 16,-4-2 0-16,2-3 0 15,3-2 0-15,3-6 0 16,4-6 0-16,6-7 0 16,2-5 0-16,5-6 0 15,4 0 0-15,3-5 0 16,3-15 0-16,-1-5 0 16,-2-4 0-16,-8-4 0 15,-3-4 0-15,-10-1 0 0,-8-2 0 16,-5 4 0-1,0 2 0-15,-14 3 0 0,-18 6 0 16,-3 4 0 0,-2 6 0-16,-3 8 0 0,1 6 0 15,4 1 0-15,-1 1 0 16,3 20 0-16,4 5 0 16,4 4 0-16,0-3-5 15</inkml:trace>
  <inkml:trace contextRef="#ctx0" brushRef="#br0" timeOffset="13164.21">13629 6310 1980 0,'0'0'25'0,"0"0"-13"0,0 0-1 15,0 0-5-15,0 0-3 0,0 0-2 16,0 49 0-1,0-8 1-15,0 7-1 0,3-2-1 16,1-4 1-16,1 0-1 16,-1-11 0-16,0-4 0 15,1-8 0-15,-2-7 0 16,-3-6 0-16,0-6 0 16,0 0 0-16,0 0 0 15,-6-22 0-15,-4-7 0 16,1-9 0-16,5-7 0 15,4-9 0-15,0-6 0 16,0-5 0-16,8 3 1 16,10 6-1-16,4 12 0 0,5 12 0 15,-2 12 0 1,2 12 0-16,-6 8 0 0,4 0 0 16,-7 28 0-16,-5 10 0 15,-9 6 0-15,-4 0 0 16,0 0 1-16,-6-2-1 15,-17-2 0-15,-5-4 0 16,-1-4 0-16,2-7 0 16,5-8 0-16,9-10 0 15,8-7 0-15,5 0 0 16,0 0 0-16,2-6 0 16,18-10 0-16,7 0 0 15,2 5 0-15,-2 9 0 16,-1 2 0-16,2 0 0 0,-7 8 0 15,4 13 0-15,-2 1 0 16,-6 2 0-16,1-5 0 16,-3-6-1-16,6-7-4 15,3-6-490-15</inkml:trace>
  <inkml:trace contextRef="#ctx0" brushRef="#br0" timeOffset="13485.55">14173 6347 1984 0,'0'0'30'0,"0"0"-21"0,0 0 1 0,-46-107-4 16,23 101-3-16,3 4-2 15,-2 2-1-15,-3 4 1 16,7 14-1-16,3 6 1 16,9 1-1-16,6-4 0 0,0 3 0 15,15-5 0-15,14-1 0 16,8-5 0-16,4 2 0 15,1-1 0-15,-4 1 0 16,-5 2 0-16,-10 3 0 16,-10-1 0-16,-8 4 2 15,-5 1-2-15,-12 2 0 16,-21 2 0-16,-7-2 0 16,-5 0 0-16,-1-2 0 15,-4 0 0-15,4 2 0 0,-3-6-2 16,2 2-75-1</inkml:trace>
  <inkml:trace contextRef="#ctx0" brushRef="#br0" timeOffset="15200.24">14436 6082 1276 0,'0'0'731'0,"0"0"-726"0,0 0 0 16,0 0 3-16,0 0-4 15,0 0-2-15,0-18 1 16,87 1-2-16,47-8 1 16,51-4-1-16,47-5 0 15,39 4 1-15,21 2-1 16,7 8-1-16,-7 8 0 15,-16 6 1-15,-13 6-1 0,-34 0 0 16,-28 4 0-16,-30 13 0 16,-21 0 0-16,-17-1 0 15,-10 1 1-15,-7-6-1 16,-5-1 0-16,-11-4 0 16,-8-4 0-16,-17-2 0 15,-8 0 0-15,-9 0 0 16,-11 0 0-16,-14 0 0 15,-12-2 0-15,-12-2 0 16,-9 2 0-16,0-1 0 16,0 3 0-16,0 0 0 0,-5 0 0 15,-15 0 0 1,-3 0 0-16,2 0-1 0,-5 0-7 16,2-7-86-1</inkml:trace>
  <inkml:trace contextRef="#ctx0" brushRef="#br0" timeOffset="15671.52">18191 5698 2027 0,'0'0'2'0,"0"0"0"0,0 0 2 16,0 0 0-16,0 0-2 0,0 0-1 15,-16 24-1-15,20-4 1 16,21 1 0-16,6 0-1 16,12-4 1-16,3 1-1 15,3-1 0-15,0 2 0 16,-6-2 0-16,-5-3 0 16,-12 1 0-16,-6 0 0 15,-8-3 0-15,-10-1 0 16,-2 3 0-16,0 5 0 15,-23 1 2-15,-12 5-2 16,-7 8 0-16,-10-1 0 16,-3 3 0-16,3 4 0 15,-1-3 0-15,3-2 0 16,6-6 0-16,9-8 0 16,6-3 0-16,8-8 0 0,11-3 0 15,4-1 0-15,6-2 0 16,0-3 0-16,0 0 0 15,0 0 0-15,0 0 0 16,0 0 0-16,0 0 0 16,0 0 0-16,4 0-2 15,2-3-7-15,0-8-266 16</inkml:trace>
  <inkml:trace contextRef="#ctx0" brushRef="#br0" timeOffset="18745.58">19759 5984 1799 0,'0'0'208'0,"0"0"-198"0,0 0-2 15,0 0-2-15,0 0-1 16,0 0-2-16,0 0-1 15,-136-55-1-15,105 65 0 16,2 17-1-16,5 0 0 16,6 3 1-16,9 1-1 15,9-3 0-15,0-1 1 16,31-6-1-16,15-3 0 16,15-6 0-16,5 0 2 0,-1-2-2 15,-7 0 0-15,-11 1 0 16,-16 0 0-16,-10 3 0 15,-15 5 0-15,-6 2 0 16,-2 8 0-16,-31 1 0 16,-12 2 0-16,-4-2 0 15,0-6 0-15,2-2 0 16,5-7 0-16,4-2 0 16,9-8 0-16,8-2 0 15,6-3 0-15,8 0 0 16,5-10 0-16,2-15 0 15,2-7-2-15,27-8-22 0</inkml:trace>
  <inkml:trace contextRef="#ctx0" brushRef="#br0" timeOffset="19053.58">19621 5936 2027 0,'0'0'5'0,"0"0"-1"0,0 0 1 0,0 0-3 15,0 0-1-15,122-41 0 16,-53 21-1-16,3-2 0 0,-5-2 2 16,-3 2-2-16,-8 1 0 15,-7 2 0-15,-9 5 0 16,-11 2 0-16,-9 5 0 15,-11 4 0-15,-6 1 0 16,-3 2 0-16,0 0 0 16,0 0 0-16,0 13 0 15,0 16-2-15,0-8 1 16,0 2-39-16</inkml:trace>
  <inkml:trace contextRef="#ctx0" brushRef="#br0" timeOffset="19526.38">20695 5753 2013 0,'0'0'14'0,"0"0"-8"15,0 0 0-15,0 0-2 16,0 0-3-16,0 0 0 15,-131-18 1-15,102 18-2 16,-5 18 0-16,3 4 0 16,2 10 0-16,4 6 0 15,7 6 0-15,7 1 0 0,5-1 0 16,6-2 0-16,0-5 0 16,17-4 0-16,20-7 0 15,7-10 0-15,7-4 0 16,0-10 0-16,-4-2 0 15,-7 0 0-15,-7 0 0 16,-12-6 0-16,-11-8 0 16,-7-1 0-16,-3 1 0 15,-9 3 0-15,-18 0 0 16,-6 3 0-16,-5 5 0 16,-2 3 0-16,-3 0 0 15,5 0 0-15,5 0 0 0,9 8 0 16,9 2 0-1,7 0 0-15,4-2 0 0,4 1 0 16,0-2 0-16,27-4-3 16,10-3-24-16</inkml:trace>
  <inkml:trace contextRef="#ctx0" brushRef="#br0" timeOffset="20199.09">21179 5671 2016 0,'0'0'13'0,"0"0"-6"0,0 0-2 16,0 0-2-16,0 0-2 15,0 0 1-15,-5-18-2 16,3 47 0-16,0 14 0 16,-3 7 0-16,5 4 0 15,0 2 0-15,0-5 0 16,0-2 0-16,0-6 0 16,0-11 0-16,0-10 0 15,0-8 0-15,0-10 0 16,0-4 0-16,0 0 0 0,-3 0 0 15,-3-16 0-15,-6-11 0 16,4-8 0-16,1-8 0 16,7-8 0-16,0-10 0 15,0-8 0-15,25-2 0 16,2 4 0-16,4 10 0 16,2 14 0-16,-2 17 0 15,1 12 0-15,-8 14 0 16,1 0 0-16,-10 8 0 15,1 23 0-15,-7 7 0 16,-9 1 0-16,0 4 0 16,-2-1 0-16,-23-6 0 15,-4-1 0-15,-2-2 0 16,2-9 0-16,4-6 0 16,10-7 0-16,8-8 0 0,5-3 0 15,2 0 0-15,0 0 0 16,0 0 0-16,7 0 0 15,12 0 0-15,6 0 0 16,4 4 0-16,0 6 0 16,2 6 0-16,-2 4 0 15,6 1 0-15,1 0 0 16,5-2 0-16,-1-1 0 16,-5-6-4-16,-2-6-159 15</inkml:trace>
  <inkml:trace contextRef="#ctx0" brushRef="#br0" timeOffset="20545.34">21995 5560 1997 0,'0'0'20'0,"0"0"-10"0,0 0-2 15,0 0-3-15,0 0-3 16,-143-19-1-16,104 51 0 15,6 5-1-15,6 6 1 16,9-5-1-16,14-4 0 16,4-4 0-16,4-6 0 15,25-6 2-15,7-4-2 16,4-4 0-16,5 0 0 0,-7 0 0 16,-7 0 0-16,-4 6 0 15,-14 2 0-15,-12 2 0 16,-1 3 0-16,-4-2 0 15,-23 3 0-15,-8-2 0 16,-7 3 0-16,-7-3 0 16,-9 2 0-16,-13 2-2 15,-8-2-2-15,2 0-557 16</inkml:trace>
  <inkml:trace contextRef="#ctx0" brushRef="#br0" timeOffset="20943.7">19253 7141 2030 0,'0'0'4'0,"0"0"-3"0,120 6 4 16,19-35-2-16,60-17-1 16,63-15-2-16,50-8 2 0,17-13-2 15,-3-5 0 1,-21 3 0-16,-35 6 0 16,-27 9 0-16,-27 11 0 0,-33 6 0 15,-29 12 0-15,-37 8 0 16,-37 10 0-16,-30 8 0 15,-24 6 0-15,-14 2 0 16,-10 2 0-16,-2 1 0 16,0 3 0-16,0 0 0 15,-7 0 0-15,-15 0 0 16,-7 7 0-16,-12 1-3 16,-14-4-57-16</inkml:trace>
  <inkml:trace contextRef="#ctx0" brushRef="#br0" timeOffset="25564.17">11920 6563 1244 0,'0'0'774'0,"0"0"-766"0,0 0-4 16,-147-29 1-16,83 29-1 16,-14 0-3-16,-15 0 1 15,-21 13-1-15,-21 13 0 16,-19 12 0-16,-25 17-1 15,-12 13 0-15,-15 11 0 16,-1 14 2-16,3 5-2 16,5 4 0-16,14 3 0 15,25-5 0-15,26-6 0 16,27-11 0-16,31-15 0 16,16-14 0-16,17-14 0 15,8-8 0-15,8-7 0 16,5-2 0-16,2-4 0 15,4-11 0-15,5-1 0 0,7-3 0 16,2-4 0-16,2 0 0 16,0 0 0-16,0 0 0 15,0 0 0-15,0 0-2 16,0-2 0-16,10-15-13 16</inkml:trace>
  <inkml:trace contextRef="#ctx0" brushRef="#br0" timeOffset="26058.28">9134 7255 2023 0,'0'0'3'0,"0"0"-1"0,0 0 5 0,0 0-3 16,0 0-2-16,0 0-1 15,-23 40-1-15,5 3 1 16,-4 8 0-16,2 3-1 16,-3 2 1-16,2 1-1 15,-2-3 0-15,1-1 2 16,-3 0-2-16,3-5 0 16,2-6 0-16,9-7 0 15,6-9 0-15,5-7 0 16,0-6 0-16,12-5 0 0,17-7 0 15,15-1 0-15,14-9 0 16,9-23 0-16,8-5 0 16,1-3 0-16,-7 4 0 15,-3 2 0-15,-14 8 0 16,-7 8 0-16,-11 3 0 16,-13 8 0-16,-10 3 0 15,-4 0 0-15,-4 2 0 16,-3 2 0-16,0 0 0 15,0 0 0-15,0 0 0 16,0 0 0-16,0 0 0 16,0 0 0-16,0 0 0 0,-5 0 0 15,-13 8 0 1,-1 8-2-16,-5-2-28 0</inkml:trace>
  <inkml:trace contextRef="#ctx0" brushRef="#br0" timeOffset="29327.58">7433 8700 1989 0,'0'0'21'0,"0"0"-15"0,0 0 0 15,0 0 3-15,0 0-5 16,0 0-2-16,0 0 0 16,-26 21-1-16,52-17 1 15,13-4-1-15,9 0 0 16,10-18-1-16,9-13 0 15,-5-1 0-15,-2 2 0 16,-15 3 0-16,-13 2 0 16,-15 12 1-16,-10 2-1 15,-5 7 0-15,-2 4 0 16,0 0 2-16,0 0-2 16,0 0 0-16,0 22 0 15,-11 13 0-15,-2 9 0 16,6 3 0-16,3 9 0 15,4 5 0-15,0 3 0 0,0 2 0 16,0-3 0-16,0-5 0 16,9-8 0-16,1-8 0 15,0-6 0-15,-1-10 0 16,-7-8 0-16,-2-4 0 16,0-7-2-16,0-7-13 15</inkml:trace>
  <inkml:trace contextRef="#ctx0" brushRef="#br0" timeOffset="29546.56">7487 9113 2006 0,'0'0'29'0,"0"0"-26"0,0 0-1 0,0 0 1 0,0 0-2 16,0 0-1-16,58-17 1 15,-13-4-1-15,3-3 0 16,10-3 0-16,5-8 0 16,1 1 0-16,-2 0 0 15,-3 4-3-15,-10 0-61 16</inkml:trace>
  <inkml:trace contextRef="#ctx0" brushRef="#br0" timeOffset="29930.75">8224 8606 2029 0,'0'0'7'16,"0"0"-4"-16,0 0 0 15,0 0-1-15,0 0-1 16,0 0-1-16,-56 47 0 16,39-6 0-16,5 2 2 15,4 1-2-15,5-1 0 16,3-4 0-16,0-3 0 15,9-4 0-15,14-8 0 16,4-10 0-16,6-14 0 16,4 0 0-16,1-14 0 0,3-20 0 15,-10-2 0-15,-6-2 0 16,-12 0 0-16,-13 0 0 16,0 4 0-16,0-3 0 15,-23 8 0-15,-2 1 0 16,0 7 0-16,-2 12 0 15,2 9 0-15,2 0 0 16,4 1 0-16,1 20 0 16,7 1 0-16,4-1 0 15,7 1 0-15,0-4-2 16,0-1-5-16</inkml:trace>
  <inkml:trace contextRef="#ctx0" brushRef="#br0" timeOffset="30553.86">8612 8424 1995 0,'0'0'43'0,"0"0"-42"0,0 0 3 0,0 0-2 0,0 0 0 15,0 0-2-15,-37 12 0 16,29 38 0-16,6 11 0 15,2 2 0-15,0 2 0 16,0-5 0-16,0-2 0 0,0-10 0 16,6-10 0-1,2-12 0-15,-6-10 0 0,0-12 0 16,0-4 0-16,-2 0 0 16,0-10 0-16,0-18 0 15,0-8 0-15,0-6 0 16,-2-9 0-16,-6-7 0 15,2-10 0-15,6-10 0 16,0-2 0-16,12 5 0 16,15 5 0-16,8 19 0 15,1 12 0-15,-1 13 0 16,-3 16 0-16,-3 10 0 16,-5 0 0-16,-4 19 0 15,-4 8 0-15,-10 9 0 16,-6 7 0-16,0 1 0 15,-13 0 0-15,-14 0 0 16,-6-3 0-16,-2-4 0 0,-1-5 0 16,-1-11 0-16,11-11 0 15,6-3 0-15,6-7 0 16,12 0 0-16,2 0 0 16,0 0 0-16,0 0 0 15,21 0 0-15,3 0 0 16,8 0 0-16,-1 6 0 15,2 18 0-15,3 1 0 16,1-1 0-16,2-3 0 16,-8-4 0-16,-3-5 0 0,-1-6 0 15,4-6-3 1,10 0-23-16</inkml:trace>
  <inkml:trace contextRef="#ctx0" brushRef="#br0" timeOffset="30857.24">9276 8306 2021 0,'0'0'10'0,"0"0"-3"16,0 0-3-16,0 0-2 15,-132-68-1-15,108 68-1 16,-3 19 2-16,10 9-2 16,3 5 0-16,7-4 0 15,7 2 0-15,5-2 0 0,26 0 0 16,10-3 0-1,3-2 0-15,-1-3 0 0,-1 0 0 16,-7 2 0-16,-8 2 0 16,-8-2 0-16,-9 2 0 15,-10 1 0-15,0 2 0 16,-23 2 0-16,-16 0 0 16,-11-1 0-16,-4-1 0 15,-3-2 0-15,-8 0 0 16,0 3 0-16,1 4-8 15</inkml:trace>
  <inkml:trace contextRef="#ctx0" brushRef="#br0" timeOffset="31203.42">7048 10004 2028 0,'0'0'6'16,"0"0"-5"-16,-36 114 2 16,83-106 1-16,42-8-2 15,45-44-1-15,49-31 1 16,46-23-2-16,31-15 0 16,24-9 0-16,1-3 0 15,-14 11 0-15,-32 13 0 16,-40 21 0-16,-46 18 0 0,-46 19 0 15,-33 13 0-15,-30 15 0 16,-24 8 0-16,-17 7 0 16,-3 0 0-16,-27 13 0 15,-25 15 0-15,-17 8 0 16,-12 2 0-16,-4 6 0 16,-16 6-2-16,-14 0-8 15</inkml:trace>
  <inkml:trace contextRef="#ctx0" brushRef="#br0" timeOffset="31556.59">7057 10533 2023 0,'0'0'9'0,"0"0"-8"15,0 0 3-15,176 24 1 16,-43-74-3-16,43-32-1 16,41-30 1-16,32-26-2 15,25-13 0-15,5 3 0 16,-7 11 0-16,-32 24 0 16,-37 22 0-16,-42 21 0 15,-40 15 0-15,-26 13 0 0,-28 12 0 16,-21 8 0-1,-19 6 0-15,-11 6 0 0,-10 4 0 16,-4 4 0-16,-2 0 0 16,0 2 0-16,0 0 0 15,-18 0 0-15,-9 2 0 16,-8 6-10-16</inkml:trace>
  <inkml:trace contextRef="#ctx0" brushRef="#br0" timeOffset="41153.87">13242 9645 1982 0,'0'0'23'0,"0"0"-7"0,0 0-4 15,0 0-6-15,0 0-3 0,0 0-1 16,0 0-1-16,-50-64-1 16,27 76 0-16,-6 21 0 15,-5 15 0-15,3 4 0 16,6 11 0-16,5 4 0 16,7 1 2-16,7 4-2 15,6-6 0-15,0-6 0 16,0-11 0-16,23-12 0 15,11-13 0-15,4-12 0 16,4-7 0-16,2-5 0 16,-1-5 0-16,-1-22 0 15,-1-9 0-15,-5-8 0 16,-10-6 0-16,-4-5 0 16,-8 1 0-16,-5 6 0 15,-7 5 0-15,0 13 0 0,-2 13 0 16,0 6 0-16,0 10 0 15,0 1 0-15,0 4 0 16,0 26 0-16,0 14 0 16,0 9 0-16,0 4 0 15,4-3 0-15,6-4 0 16,1-10 0-16,-1-13 0 16,4-15 0-16,3-12 0 15,4 0 0-15,6-15 0 16,-2-16 0-16,-2-12 0 15,-4-3 0-15,-7-2 0 16,-5 4 0-16,-2 0 0 0,-5 6 0 16,0 7 0-16,0 9 0 15,0 13 0-15,0 5 0 16,0 4 0-16,0 0 0 16,0 0 0-16,0 8 0 15,0 16 0-15,0 10 0 16,0 4 0-16,0 2 0 15,0 4 0-15,0-2 0 16,0-2 0-16,0-8 0 16,5-9-4-16,7-14-25 15</inkml:trace>
  <inkml:trace contextRef="#ctx0" brushRef="#br0" timeOffset="41491.36">13966 9669 2024 0,'0'0'8'0,"0"0"-4"0,0 0 1 16,0 0-3-16,0 0-1 15,0 0 0-15,-98-51-1 16,78 80 0-16,8 9 0 16,10-2 0-16,2-4 0 15,2-2 0-15,21-7 0 16,6-5 0-16,0-2 0 15,1-2 0-15,-2 1 0 0,-11 3 0 16,-5 7 0 0,-10 1 0-16,-2 2 0 0,0 5 0 15,-18-4 0-15,-9-3 0 16,-1-6 0-16,-1-4 0 16,4-10 0-16,3-6 0 15,7 0 0-15,1 0 0 16,9-14 0-16,5-11-3 15,0-4-13-15</inkml:trace>
  <inkml:trace contextRef="#ctx0" brushRef="#br0" timeOffset="41771.33">14118 9284 2032 0,'0'0'5'0,"0"0"-3"16,0 0 2-16,0 0-3 16,0 0 0-16,0 0-1 15,0-8 0-15,9 44 2 16,1 16-2-16,4 5 0 16,-1 7 0-16,-2 2 0 15,1 1 0-15,-1-6 0 16,-3-5 0-16,-2-6 0 0,-2-7 0 15,-4-9 0 1,2-13 0-16,0-5-2 0,-2-9-6 16</inkml:trace>
  <inkml:trace contextRef="#ctx0" brushRef="#br0" timeOffset="43238.59">14177 9697 2027 0,'0'0'6'16,"0"0"-4"-16,0 0 1 16,0 0-1-16,116-68-2 15,-64 44 0-15,0-2 0 16,-4 0 0-16,-8-1 1 16,-4 4-1-16,-7 1 0 0,-12 6 0 15,-10 1 0-15,-7 8 1 16,0 1 1-16,-2 1-1 15,-15 5-1-15,-4 0 2 16,-1 0-2-16,0 18 0 16,-1 11 0-16,5 4 0 15,5 8 0-15,9-1 0 16,4-1 0-16,0 0 0 16,0-9 0-16,6-6 0 15,6-7 0-15,8-10 0 16,-2-3 0-16,-1-4 0 15,1 0 0-15,0-8 0 16,-2-13 0-16,-6-4 0 16,-1-3 0-16,-4-4 0 0,-2-4 0 15,1 0 0-15,0 0 0 16,5 2 0-16,0 2 0 16,7 5 0-16,0 7 0 15,1 6 0-15,-1 6 0 16,-1 6 0-16,1 2 0 15,1 2 0-15,-3 19 0 16,-1 5 0-16,-2 3 0 16,-3 4 0-16,-2-1 0 15,-2 0 0-15,-2 0 0 16,-2-2 0-16,0-4 0 16,0-8 0-16,0-4 0 15,0-10 0-15,0-4 0 0,0 0-2 16,0-11 2-16,0-16-1 15,0-10 1-15,3-7 0 16,13-4 0-16,1 3 0 16,5 4 0-16,-1 9 0 15,0 9 0-15,-4 6 0 16,-5 12 0-16,2 2 0 16,-1 3 0-16,1 0 0 15,-3 16 0-15,2 7 1 16,-1 4-1-16,-4 5 0 15,3-2 0-15,-3 1 0 16,-4-3 0-16,-2-10 0 0,-2-2 0 16,0-6 0-16,0-8 0 15,2-2 0-15,0 0 0 16,3-18 0-16,1-13 0 16,6-6-1-16,2-7 1 15,10-2 0-15,-2 1 0 16,2 5 0-16,1 9 0 15,-5 14 0-15,-5 7 0 16,-5 10 0-16,-2 0 0 16,1 0 1-16,1 16-1 15,-2 12 0-15,-1 8 0 16,-1 4 0-16,-2-2 0 16,4-3 0-16,-2-5 0 0,5-10 0 15,5-5 0-15,2-9 0 16,6-6 0-16,5 0 0 15,0-12 0-15,2-13 0 16,-2-8 0-16,-2-3 0 16,-4-2 0-16,-12-5 0 15,-9-1 0-15,-2 3 0 16,0 5 0-16,-11 10 0 16,-3 10 0-16,1 12 0 15,-3 4 0-15,3 2 0 16,-5 25 0-16,3 10 0 15,1 3 0-15,7 2 0 0,7-2 0 16,0-6 0 0,9-3 0-16,14-7 0 0,1-10 0 15,7-7 2-15,7-7-2 16,2 0 0-16,5-11 0 16,-1-16 0-16,1-7 0 15,-3-8 0-15,-6-6-2 16,-7-6 2-16,-11-6 0 15,-18-2 0-15,0 1 0 16,0 11 0-16,-18 12 0 16,1 18 0-16,3 13 0 15,1 7 2-15,-1 1-2 16,5 23 0-16,3 8 0 16,6 0 0-16,0-6 0 0,6-3 0 15,19-7 0-15,6-8 0 16,7-6 0-16,-3-1 0 15,1-1 0-15,-7 5 0 16,-7 1 0-16,-6 1 0 16,-7 10 0-16,-5 3 0 15,-4 4 0-15,0 0 0 16,0 2 0-16,-4-4 0 16,2-2 0-16,0-6 0 15,2-4 0-15,0-4 0 16,0-2-2-16,0-4-4 15,10 0-59-15</inkml:trace>
  <inkml:trace contextRef="#ctx0" brushRef="#br0" timeOffset="43736.44">16691 8378 2028 0,'0'0'6'0,"0"0"0"0,0 0-3 15,-114-2-2-15,81 42 0 16,1 10-1-16,3 8 2 16,8 6-2-16,5 2 0 15,5 5 0-15,9-3 0 0,2-2 0 16,0-6 0-16,4-5 0 15,21-13 0-15,4-12 0 16,11-14 0-16,8-12 0 16,4-4 0-16,6-10 0 15,0-18 0-15,-7-11 0 16,-11-3 0-16,-13-2 0 16,-16 2 0-16,-11 7 0 15,0 8 0-15,0 10 0 16,-4 11 0-16,-3 6 0 15,-3 0 0-15,2 21 0 16,-1 19 0-16,1 12 0 0,0 8 0 16,6 3 0-16,0 0 0 15,2 0 0-15,0-5 0 16,0-4 0-16,0-8 0 16,0-10 0-16,0-8 0 15,0-12 0-15,0-10 0 16,0-6-2-16,14 0-11 15</inkml:trace>
  <inkml:trace contextRef="#ctx0" brushRef="#br0" timeOffset="44387.31">17061 8715 2027 0,'0'0'8'0,"0"0"-3"0,0 0-2 0,0 0-3 15,0 0 1-15,0 0 0 16,6 78-1-16,10-62 0 16,2-4 0-16,6-8 0 15,1-4 0-15,2 0 0 16,0-6 0-16,2-14 0 16,-2-4 0-16,-8-2 0 15,-7-5 0-15,-12 0 0 16,0-3 0-16,-8 5 0 15,-11 6 0-15,-4 15 2 16,1 8-2-16,-5 0 0 0,0 20 0 16,-1 16 0-16,3 8 0 15,5 4 0-15,7 2 0 16,9-4 0-16,4-4 0 16,0-6 0-16,13-8 0 15,18-9 0-15,6-12 0 16,11-7 0-16,2 0 0 15,4-14 0-15,0-10 0 16,-6-8 0-16,-5-4 0 16,-3-10 0-16,-3-8 0 15,-5-10 0-15,-8-13 0 16,-12-17 0-16,-12-6 0 16,0 0 0-16,-12 7 0 0,-5 17 0 15,1 16 0 1,5 22 0-16,2 13 0 0,2 18 0 15,5 7 0-15,-4 6 0 16,-3 30 0-16,7 18 0 16,2 12 0-16,0 12 0 15,2 10 0-15,15 5 0 16,2 1 0-16,-7-7 0 16,2-11 0-16,-5-8 0 15,0-12 0-15,2-6 0 16,-2-12 0-16,2-12 0 15,-2-12 0-15,2-14 0 16,2 0-6-16,-2-16-56 0</inkml:trace>
  <inkml:trace contextRef="#ctx0" brushRef="#br0" timeOffset="44560.34">17468 8551 2017 0,'0'0'15'15,"0"0"-12"-15,0 0 2 0,0 0-3 16,0 0-2-16,139-83 1 16,-93 61-1-16,1 8 0 15,-5 2 0-15,1 5 0 16,-1 6-2-16,2-7-135 16</inkml:trace>
  <inkml:trace contextRef="#ctx0" brushRef="#br0" timeOffset="45090.64">18184 8514 2036 0,'0'0'1'0,"0"0"1"16,0 0 2-16,0 0-3 15,165-34 0-15,-85 4-1 16,2-4 2-16,0 0-2 0,-8 2 0 16,-12 1 0-16,-10 8 0 15,-12-1 0-15,-9 3 0 16,-11-1 0-16,-7 4 0 16,-5-2 0-16,-8 3 0 15,0 0 0-15,-12 5 0 16,-15-1 0-16,-8 10 0 15,-9 0 0-15,-2 3 0 16,4 0 0-16,7 0 0 16,12 0 0-16,13 0 0 15,10 0 0-15,0 5 0 16,13 3 0-16,22 0 0 16,14 0 0-16,5-4 0 0,-1 2 0 15,-6 3 0 1,-7 0 0-16,-11 3 0 0,-6 6 0 15,-15 2 0-15,-6 4 0 16,-2 7 0-16,-5-1 0 16,-19 6 0-16,-7-4 0 15,2-2 0-15,2-2 0 16,4-6 0-16,2-4 0 16,3-3 0-16,3-7 0 15,1-1 0-15,-1-5-8 16</inkml:trace>
  <inkml:trace contextRef="#ctx0" brushRef="#br0" timeOffset="46021.45">19598 8095 2018 0,'0'0'6'0,"0"0"-3"0,0 0 6 0,0 0-5 16,0 0-2-16,0 0-2 16,3-4 1-16,-3 12 0 15,-9 4-1-15,-6-1 1 16,-8-2-1-16,0-4 0 16,2 0 0-16,0-5 0 0,5 0 0 15,8 0 2-15,8-17-2 16,0-10 0-16,14-7 0 15,19-4 0-15,5-1 0 16,6 2 0-16,1 2 0 16,-3 3 0-16,3 0 0 15,-8 2 0-15,-3 9 0 16,-9 0 0-16,-12 9 0 16,-7 6 0-16,-6 2 0 15,0 4 0-15,0 0 0 16,0 0 0-16,0 0 0 15,0 0 0-15,0 0 0 0,-11 4 0 16,-2 18 0 0,-1 14 0-16,6 13 0 0,8 12 0 15,0 5 0-15,0 7 0 16,2 1 0-16,11-2 0 16,-3 3 0-16,-2-6 0 15,-4-6 0-15,-1-9 0 16,-1-12 0-16,-2-9 0 15,2-10 0-15,-2-7 0 16,0-11 0-16,0-5-2 16,-2 0-15-16</inkml:trace>
  <inkml:trace contextRef="#ctx0" brushRef="#br0" timeOffset="46554.2">19592 8319 738 0,'0'0'1294'0,"0"0"-1291"0,0 0 0 0,0 0 0 16,0 0-1-16,0 0-2 15,160-62 1-15,-102 36-1 16,0-2 0-16,-4-3 0 16,-5-9 0-16,-3 1 0 15,-4-9 0-15,-9-3 0 16,-10 4 0-16,-9 4 0 15,-12 11 0-15,-2 10 0 16,0 10 0-16,0 6 1 0,0 6-1 16,0 0 2-16,-2 2-2 15,-7 22 0-15,-2 9 0 16,0 3 0-16,7 4 0 16,2 1 0-16,2-2 0 15,0-1 0-15,2-5 0 16,17-8 0-16,8-7 0 15,6-7 0-15,3-9 0 16,-1-2 0-16,2 0 0 16,-6-15 0-16,-2-8 0 15,-5-4 0-15,-6-3 0 16,-7-8 0-16,-11-4 0 16,0-4 0-16,-7 1 0 0,-17 7 0 15,-8 9 0 1,1 12 0-16,2 11 0 0,0 6 0 15,1 0 0-15,3 16 0 16,3 6 0-16,4 0 0 16,7 0 0-16,6 0 0 15,3-1 0-15,2-3-5 16,0-7-84-16</inkml:trace>
  <inkml:trace contextRef="#ctx0" brushRef="#br0" timeOffset="47160.49">20601 7694 2030 0,'0'0'4'0,"0"0"2"0,0 0-2 16,0 0-3-16,0 0 1 15,0 0-2-15,-2-34 0 16,2 68 0-16,0 10 0 15,0 8 0-15,0 7 0 16,0 0 0-16,11 1 0 16,-2-7 0-16,2-7 0 15,-4-8 0-15,-1-12 0 16,-4-8 0-16,1-10 0 0,-3-6 0 16,0-2 0-1,0 0 0-15,0-10 0 0,-13-17 0 16,-3-9 0-16,3-9 0 15,2-14 0-15,6-10 0 16,5-10 0-16,0-2 0 16,7 0 0-16,18 11 0 15,1 10 0-15,2 13 0 16,2 18 0-16,-6 10 0 16,-3 17 0-16,-4 2 0 15,-5 14 0-15,-8 24 0 16,-4 8 0-16,0 7 0 15,0 0 0-15,-18-3 0 16,-4-5 0-16,0-7 0 0,-3-4 0 16,4-9 0-16,6-8 0 15,7-7 0-15,6-8 0 16,2-2 0-16,0 0 0 16,6 0 0-16,21 0 0 15,4 0 0-15,5 0 0 16,-5 2 0-16,0 14 0 15,-2 0 0-15,4 2 0 16,-1-2 0-16,-3-1 0 16,-6-7 0-16,0-2-4 15,-3-6-12-15</inkml:trace>
  <inkml:trace contextRef="#ctx0" brushRef="#br0" timeOffset="47537.32">21172 7636 2012 0,'0'0'15'0,"0"0"-7"0,0 0-2 0,0 0-4 0,-68-103-1 15,51 103 0-15,-8 5-1 16,-1 23 0-16,0 10 2 16,12 0-2-16,7 2 0 15,7-6 0-15,0-1 0 16,20-10 0-16,11-5 0 15,8-4 0-15,0-7 0 0,3-2 0 16,-4-3 0 0,-2 2 0-16,-10 1 0 0,-7 0 0 15,-7 1 0-15,-4 3 0 16,-8 0 0-16,0 3 0 16,0 6 0-16,-18-1 0 15,-12 1 0-15,-3-3 0 16,-2-2 0-16,4-8 0 15,-1-2 0-15,6-3 0 16,1 0 0-16,3 0 0 16,4-10 0-16,-1-1-2 15,3 0-33-15</inkml:trace>
  <inkml:trace contextRef="#ctx0" brushRef="#br0" timeOffset="48803.42">21869 7457 2021 0,'0'0'11'0,"0"0"-7"0,0 0 1 0,0 0-3 16,0 0-1-16,0 0-1 15,-15 6 1-15,21-6-1 16,44 0 0-16,31-6 2 16,27-26-2-16,19-11 0 15,0 2 0-15,-16 3 0 16,-19 6 0-16,-26 12 0 16,-24 7 0-16,-19 8 0 0,-12 5 0 15,-9 0 0 1,-2 0 0-16,0 0 0 0,0 0 0 15,0 0 0-15,0 0 0 16,0 0 0-16,-7 0 0 16,-9 0 0-16,-3 0 0 15,-4 0-2-15,1 0-3 16,0 0-59-16</inkml:trace>
  <inkml:trace contextRef="#ctx0" brushRef="#br0" timeOffset="49209.39">22469 7020 2026 0,'0'0'9'15,"0"0"-4"1,0 0-2-16,0 0-2 0,0 0-1 16,0 0 0-16,-12 29 1 15,34-14-1-15,10-5 2 16,7-4-2-16,7-4 0 15,-2 0 0-15,-4 5 0 16,-8-1 0-16,-9 6 0 16,-9 6 0-16,-7 5 0 15,-7 8 0-15,0 3 0 16,-2 4 0-16,-21 4 0 16,-4-1 0-16,-4 4 0 15,0-1 0-15,-5 0 0 0,1-2 0 16,-1-3 0-16,7-11 0 15,7-6 0-15,9-12 0 16,6-4 0-16,4-6 0 16,3 0 0-16,0 0 0 15,0 0 0-15,0 0 0 16,0-10 0-16,8-8 0 16,9-3 0-16,5 0-7 15,1-8-118-15</inkml:trace>
  <inkml:trace contextRef="#ctx0" brushRef="#br0" timeOffset="49577.45">23473 6592 2024 0,'0'0'12'0,"0"0"-6"0,0 0-3 15,0 0-1-15,0 0-2 16,0 0 0-16,-138-7 0 16,93 51 0-16,1 13 0 0,9 14 0 15,8 4 0-15,8-3 0 16,15 0 0-16,4-12 0 15,0-10 0-15,27-8 0 16,15-11 0-16,14-13 0 16,8-10 0-16,4-8 0 15,-6 0 0-15,-5-7 0 16,-5-11 0-16,-10-1-2 16,-11-8-7-16,-8-3-866 15</inkml:trace>
  <inkml:trace contextRef="#ctx0" brushRef="#br0" timeOffset="49831.23">23776 6453 2027 0,'0'0'8'16,"0"0"-2"-16,0 0-4 16,0 0-1-16,0 0 0 15,0 0 1-15,-11 132-2 16,11-81 0-16,0 10 0 15,5 5 0-15,5 3 0 16,7-5 0-16,-5-7 0 16,5-10 0-16,-7-9 0 15,1-12 0-15,1-8 0 16,-4-8 0-16,1-5 0 0,-1-5 0 16,-2 0-7-1,-2-13-98-15</inkml:trace>
  <inkml:trace contextRef="#ctx0" brushRef="#br0" timeOffset="50112.5">23767 6441 2023 0,'0'0'10'0,"0"0"-4"16,0 0-2-16,56-117-3 15,-16 99 0-15,4 3-1 16,-3 6 0-16,-5 7 2 15,-5 2-2-15,-7 0 0 16,-8 20 0-16,-10 10 0 0,-6 8 0 16,0 1 0-16,-22-2 0 15,-16 0 0-15,-4-7 0 16,-2-5 0-16,1 0 0 16,7-8 0-16,9-6 0 15,12-3 0-15,11-4 0 16,2-4-2-16,-3 0-206 15</inkml:trace>
  <inkml:trace contextRef="#ctx0" brushRef="#br0" timeOffset="79103.19">15766 10542 1962 0,'0'0'76'0,"0"0"-74"0,0 0-2 16,0 0 2-16,0 0-1 15,-133 71-1-15,94-15 0 0,8 7 0 16,7-2 0-16,15-11 1 16,9-11-1-16,0-9 0 15,29-10 0-15,22-12 0 16,14-8 0-16,13-1 0 16,2-24 0-16,-6 0 1 15,-14 6-1-15,-20 9 0 16,-25 8 0-16,-7 2-1 15,-8 0 1-15,-8 26 0 16,-21 8 0-16,-8 9 0 16,-3-3 0-16,2-2 1 15,9-4-1-15,2-4 0 16,2-2 0-16,7-4 0 16,3-8 0-16,4-6 0 0,4-9 0 15,3-1 0-15,4 0-2 16,0-20-26-16</inkml:trace>
  <inkml:trace contextRef="#ctx0" brushRef="#br0" timeOffset="79337.3">16188 10421 2033 0,'0'0'4'0,"0"0"-3"16,0 0 0-1,0 0-1-15,27 110 2 0,2-38 0 16,2 5-1-16,-2-1 0 16,-3 0-1-16,-4-5 0 15,-6-7 0-15,-5-7 0 16,-9-10 0-16,-2-13 0 16,0-11 0-16,0-14-3 15,0-9-43-15</inkml:trace>
  <inkml:trace contextRef="#ctx0" brushRef="#br0" timeOffset="79568.67">16301 10457 2006 0,'0'0'15'16,"0"-104"-6"-16,3 64-1 0,23 6-6 16,7 6 0-16,4 9-1 15,-6 9 0-15,-14 10 0 16,-5 0-1-16,-8 32 0 15,-4 13 2-15,0 13-2 16,-27 10 0-16,-10 0 0 16,-2 1 0-16,10-12 0 15,9-10 0-15,16-19 0 16,4-13 0-16,4-15-8 16,25-8-885-16</inkml:trace>
  <inkml:trace contextRef="#ctx0" brushRef="#br0" timeOffset="79807.57">16988 10247 2029 0,'0'0'5'15,"0"0"-4"-15,0 0 4 16,0 0-2-16,0 0-2 15,0 0 0-15,29 15 1 16,13-15-2-16,8-15 0 16,4-11 0-16,-3-1 0 15,-9 4 0-15,-5 2 0 0,-11 9-4 16,-10 8-38 0</inkml:trace>
  <inkml:trace contextRef="#ctx0" brushRef="#br0" timeOffset="79994.86">17027 10574 2016 0,'0'0'9'15,"0"0"-2"-15,0 0 0 16,0 0-3-16,117-27-2 16,-67-2-2-16,4-2 0 15,0-3 0-15,-3 0 0 0,-2 0 0 16,2-2 0-1,5-2-1-15,4-2-27 0</inkml:trace>
  <inkml:trace contextRef="#ctx0" brushRef="#br0" timeOffset="80355.53">18139 9709 2030 0,'0'0'7'15,"0"0"-3"-15,0 0-1 16,-145 15-2-16,112 14-1 16,6 7 0-16,10 0 2 15,8 2-2-15,9-5 0 16,11-3 0-16,26-6 0 0,19-8 0 16,9-2 0-16,1-8 0 15,-1 1 0-15,-11 0 0 16,-15 3 0-16,-10 2 0 15,-10 4 0-15,-12 8 0 16,-3 7 0-16,-4 7 0 16,-16 2 0-16,-21 1 0 15,-8 4 0-15,-2-5 0 16,0-6 0-16,7-10 0 16,13-11 0-16,7-12 0 15,7-1 0-15,7-8 0 16,6-24 0-16,0-15-11 0</inkml:trace>
  <inkml:trace contextRef="#ctx0" brushRef="#br0" timeOffset="80557.34">18106 9705 2029 0,'0'0'7'16,"0"0"-2"-16,0 0-2 15,0 0-2-15,0 0-1 16,0 0 0-16,98-66 2 16,-38 36-2-16,2 0 0 15,3 0-2-15,1 0 2 16,0 4-5-16,3-4-112 16</inkml:trace>
  <inkml:trace contextRef="#ctx0" brushRef="#br0" timeOffset="80917.25">19113 9251 2024 0,'0'0'10'15,"0"0"-4"-15,0 0-2 16,0 0-3-16,0 0-1 16,-127 73 2-16,96-25-2 15,2 8 0-15,4 13 0 16,-1 9 0-16,-1 9 0 15,9 4 0-15,9-1 0 0,9-11 0 16,20-15 0-16,30-16 0 16,9-18 0-16,10-18 0 15,0-12 0-15,-2-2 0 16,-5-28 0-16,-8-8 0 16,-14-5 0-16,-17 2 0 15,-20-1 0-15,-3 2 0 16,-24 3 0-16,-22 9 0 15,-10 9 0-15,-4 12 0 16,2 7 0-16,2 0 0 16,7 25 0-16,4 2 0 0,12 9 0 15,8-1-5 1</inkml:trace>
  <inkml:trace contextRef="#ctx0" brushRef="#br0" timeOffset="83320.6">21609 6992 2007 0,'0'0'8'0,"-192"-44"-3"16,66 32 0-16,-21 10-1 15,-24 2 1-15,-29 19-3 16,-28 25 0-16,-19 20 0 16,-9 32-1-16,2 28 0 15,20 28 0-15,17 28-1 0,39 15 1 16,38 8-1 0,47 5 1-16,54-11-1 0,39-25 0 15,70-23 0-15,59-41 0 16,54-27 0-16,50-26 2 15,39-30-2-15,23-25 0 16,6-17 0-16,-18-47 0 16,-23-24 0-16,-21-20 0 15,-19-15 0-15,-26-15 0 16,-29-6 0-16,-29-6 0 16,-34-13 0-16,-30-5 0 15,-26-14 0-15,-30-5 0 16,-16 4 0-16,-54 10 0 15,-41 27 0-15,-41 35 0 0,-34 42 0 16,-19 44 0-16,-20 27 0 16,-10 57 0-16,3 30 0 15,4 26 0-15,19 24 0 16,27 14 0-16,35 4-2 16,27-10-16-16</inkml:trace>
  <inkml:trace contextRef="#ctx0" brushRef="#br0" timeOffset="84550.41">19610 9133 1787 0,'0'0'216'0,"-154"-71"-212"0,78 34 0 0,-4-3 3 15,-7-4 1-15,-6 6-4 16,-8 9-2-16,-4 12 0 15,-5 17-1-15,-15 0 1 16,-7 36-1-16,-7 14 0 16,-1 14 0-16,-2 15-1 15,1 7 1-15,8 8 0 16,15 10-1-16,16 7 0 0,17 11 1 16,16 6-1-16,13 13 0 15,16-3 1-15,18-2-1 16,13-7 1-16,9-7-1 15,0-4 0-15,15-4 0 16,16-9 0-16,11-9 0 16,10-16 0-16,17-15 0 15,32-16 0-15,32-26 0 16,36-19 0-16,28-4 0 16,16-39 0-16,14-20 0 15,6-18 0-15,-11-12 0 16,-14-10 0-16,-27-3 0 0,-15-5 0 15,-26-4 0-15,-24-14 0 16,-25-8 0-16,-31-5 0 16,-26-5 0-16,-28-4 0 15,-6 0 0-15,-40-3 0 16,-29 8 0-16,-22 12 0 16,-21 24 0-16,-14 25 0 15,-23 31 0-15,-14 27 0 16,-20 21 2-16,-17 6-2 15,-3 36 0-15,9 14 0 16,31 7 0-16,34 0 0 16,40 0 0-16,33-5 0 15,30 0-2-15,26-6 0 16,15-14-36-16</inkml:trace>
  <inkml:trace contextRef="#ctx0" brushRef="#br0" timeOffset="85542.19">21212 8356 2030 0,'0'0'4'0,"0"0"-2"0,0 0 3 0,0 0-3 16,0 0-1-16,0 0-1 15,-56 32 0-15,56 16 1 16,0 2-1-16,18 2 2 0,18-2-2 15,12 6 0-15,20 7 0 16,14 5 0-16,15 8 0 16,4 4 0-16,-5 1 0 15,-11-5 0-15,-14-8 0 16,-11-8 0-16,-14-6 0 16,-7-4 0-16,-11-6 0 15,-5-2 0-15,-4-4 0 16,-5 0 0-16,-6 1 0 15,-6-3 0-15,-2-2 0 16,0-1 0-16,0-8 0 16,-12 0 0-16,-3-8 0 15,-10-1 0-15,-8 1 0 16,-12 2 0-16,-18 7 0 16,-23 6 0-16,-32 13 0 0,-29 9 0 15,-32 9 0-15,-28 11 0 16,-29 3 0-16,-27 3 0 15,-16 2 0-15,-3 3 0 16,14-5 0-16,43-3 0 16,45-12 0-16,59-12 0 15,50-15 0-15,34-13 0 16,23-15 0-16,14 1 0 16,0-5 0-16,0-2 0 15,9 0 0-15,0-2 0 0,-5-2 0 16,-2 0 0-1,5 0 0-15,2 0 0 0,7-16 0 16,4-3 0-16,-2-2 0 16,6 3-2-16,3-2-3 15,-3-3-39-15</inkml:trace>
  <inkml:trace contextRef="#ctx0" brushRef="#br0" timeOffset="86515.28">22718 9532 2036 0,'0'0'3'0,"0"0"0"16,0 0 0-16,0 0-3 15,0 0 2-15,0 0-2 16,-22 86 0-16,28-19 0 0,4 8 0 16,-4 1 0-16,1 0 0 15,-3-2 0-15,-4-4 0 16,0-9 0-16,0-11 0 15,0-10 0-15,0-13 0 16,0-8 0-16,2-15-8 16</inkml:trace>
  <inkml:trace contextRef="#ctx0" brushRef="#br0" timeOffset="86952.23">22954 9467 2037 0,'0'0'3'0,"0"0"0"16,0 0-1-16,0 0 0 16,0 0-2-16,0 0 0 15,14 54 0-15,-8-12 0 16,-4 2 0-16,3 0 0 16,-1-2 0-16,3-6 0 15,0-5 0-15,4-10 0 16,5-10 0-16,8-10 0 15,4-1 0-15,7-8 0 16,0-15 0-16,-1-10 0 16,-5-3 0-16,-5-6 0 15,-6 0 0-15,-7 2 0 16,-4 6 0-16,-7 10 0 16,0 10 0-16,0 7 0 0,0 7 0 15,0 0 0-15,0 0 0 16,0 22 0-16,0 15 0 15,0 11 0-15,0 0 0 16,0 2 0-16,0-2 0 16,4-2 0-16,-2-3 0 15,-2-3 0-15,0-5 0 16,0-4 0-16,0-6 0 16,5-6-3-16,13-19-256 15</inkml:trace>
  <inkml:trace contextRef="#ctx0" brushRef="#br0" timeOffset="87504.25">23705 9338 2035 0,'0'0'5'0,"0"0"-3"0,0 0 1 0,0 0-1 0,0 0-2 15,0 0 0-15,-27 13 0 16,27 30 0-16,7 6 0 15,2 2 0-15,2 4 0 16,0-1 0-16,1-4 0 16,-4-2 0-16,1-10 0 15,-5-12 0-15,1-8 0 16,-2-14 0-16,-1-4 0 0,0-2 0 16,-2-26 0-16,0-11 0 15,0-11 0-15,-7-13 0 16,-4-10 0-16,4-10 0 15,5-8 0-15,2 3 0 16,2 6 0-16,25 13 0 16,2 21 0-16,2 15 0 15,0 16 0-15,1 15 0 16,-5 2 0-16,-2 14 0 16,-4 22 0-16,-10 8 0 15,-6 6 0-15,-5 0 0 16,0 3 0-16,-20-1 0 0,-16 0 0 15,-3 0 0-15,0-11 0 16,7-11 0-16,13-12 0 16,9-14 0-16,10-2 0 15,0-2 0-15,0 0 0 16,21 0 0-16,10 0 0 16,9 0 0-16,-3 0 0 15,2 0 0-15,-6 7 0 16,-4 4 0-16,-2-2 0 15,-7 4 0-15,0-5-7 16,-7-4-55-16</inkml:trace>
  <inkml:trace contextRef="#ctx0" brushRef="#br0" timeOffset="87826.64">24340 9150 1947 0,'0'0'76'0,"0"0"-66"0,0 0-4 0,-84-103-2 16,57 103-3-16,-4 6 0 16,2 24-1-16,2 11 2 15,5 3-2-15,17 0 0 16,5-5 0-16,4-3 0 16,32-7 0-16,13-2 0 15,11-6 0-15,0 2 0 16,-4-4 0-16,-16 1 0 15,-11 0 0-15,-14-1 0 0,-7 1 0 16,-8 2 0-16,0 2 0 16,-25 2 0-16,-17 5 0 15,-12 2 0-15,-6 1 0 16,-2 0 0-16,-1-2 0 16,-9 7-2-16,-5 2-24 15</inkml:trace>
  <inkml:trace contextRef="#ctx0" brushRef="#br0" timeOffset="88099.13">21881 11093 2040 0,'0'0'1'16,"0"0"0"-16,185-2 1 15,4-68-1-15,60-29 1 16,38-23-2-16,23-16 0 16,-9-3 0-16,-27 5 0 15,-45 22 0-15,-63 25 0 16,-62 31 0-16,-57 30 0 16,-36 22 0-16,-11 6-2 15,-20 14 0-15,-35 22-6 16,-24 12-33-16</inkml:trace>
  <inkml:trace contextRef="#ctx0" brushRef="#br0" timeOffset="88345.48">21842 11798 2040 0,'0'0'4'16,"216"-95"-3"-16,-13-15 1 15,53-27-2-15,32-10 0 16,22 0 0-16,2 0 0 16,-13 8 0-16,-39 16 0 15,-55 29 0-15,-63 31 0 16,-59 26 0-16,-46 21 0 16,-30 12 0-16,-7 4 0 0,-29 0-2 15,-17 17-4-15,-10 2-70 16</inkml:trace>
  <inkml:trace contextRef="#ctx0" brushRef="#br0" timeOffset="90571.01">11515 13632 1981 0,'0'0'51'0,"0"0"-46"0,0 0-2 16,0 0 1-16,0 0-3 15,0 0-1-15,0 0 0 16,0 8 0-16,13 48 0 15,3 20 2-15,-1 6-2 0,1 0 0 16,-5-3 0-16,-1-7 0 16,-4-4 0-16,-6-7 0 15,0-11 0-15,0-7 0 16,0-13 0-16,0-14-2 16,5-16-6-16</inkml:trace>
  <inkml:trace contextRef="#ctx0" brushRef="#br0" timeOffset="91000.4">11731 13637 2030 0,'0'0'6'0,"0"0"-1"0,0 0-2 16,0 0-2-16,0 0-1 15,0 0 0-15,-8-40 0 16,8 72 0-16,0 15 2 15,6 4-2-15,3 6 0 16,5-5 0-16,3-10 0 16,3-10 0-16,3-14 0 15,6-12 0-15,4-6 0 16,5-10 0-16,-3-23 0 16,-3-6 0-16,-8-3 0 15,-3-2 0-15,-8 4 0 16,-7-6 0-16,-6 6 0 15,0 2 0-15,0 9 0 0,-2 8 0 16,-6 6 0 0,5 11 0-16,3 4 0 0,0 0 0 15,0 14 0-15,0 28 0 16,0 22 0-16,0 19 0 16,3 7 0-16,9 2 0 15,0 1 0-15,-6-3 0 16,-3-4 0-16,-3-2 0 15,0-3-2-15,0-11-6 16</inkml:trace>
  <inkml:trace contextRef="#ctx0" brushRef="#br0" timeOffset="91381.54">10397 15400 2013 0,'0'0'23'0,"0"0"-22"0,-63 121 1 16,74-104 1-16,43-15-1 16,28-2-1-16,40-46 1 15,44-30-2-15,34-22 0 0,34-17 0 16,16-7 0-1,1-6 0-15,-12 7 0 16,-31 17 0-16,-37 26 0 0,-29 19 0 16,-25 18 0-16,-26 11 0 15,-27 7 0-15,-26 14 0 16,-21 3 0-16,-9 6 0 16,-8 0 0-16,0 0 0 15,0 0 0-15,0 0 0 16,-14 18 0-16,-13 14 0 15,-17 0 0-15,-10 6-2 16,-12 2-7-16</inkml:trace>
  <inkml:trace contextRef="#ctx0" brushRef="#br0" timeOffset="92093.48">11667 15427 2031 0,'0'0'6'0,"0"0"-5"0,0 0 1 0,0 0 1 16,0 0-3-16,0 0 1 15,-16-3-1-15,50 3 1 16,10-16-1-16,10-18 2 16,-1-10-2-16,-8-2 0 15,-8 5 0-15,-12 7 0 16,-13 15 0-16,-7 5 0 16,-5 7 0-16,0 7 0 15,0-1 0-15,0 1 0 0,0 0 0 16,0 0 0-1,0 31 0-15,0 18 0 0,0 23 0 16,0 8 0-16,0 8 0 16,0-2 0-16,8-1 0 15,5-5 0-15,1-4 0 16,1-14 0-16,-1-3 0 16,-5-19 0-16,-1-8 0 15,-4-10 0-15,-4-15-7 16</inkml:trace>
  <inkml:trace contextRef="#ctx0" brushRef="#br0" timeOffset="92604.58">11754 15806 2031 0,'0'0'11'15,"0"0"-10"-15,0 0 0 16,0 0 0-16,0 0-1 15,151-129 0-15,-90 89 0 16,5-10 0-16,1-7 2 16,0 0-2-16,-5-8 0 15,-10 7 0-15,-13 6 0 16,-14 12 0-16,-12 8 0 16,-11 15 0-16,-2 7 0 15,0 10 0-15,0 0 0 16,0 0 0-16,-11 23 0 15,-6 17 0-15,3 6 0 16,6 8 0-16,1 2 0 0,7-1 0 16,0-7 0-16,0-8 0 15,4-8 0-15,14-10 0 16,4-14 0-16,3-8 0 16,4 0 0-16,2-22 0 15,-3-13 0-15,4-4 0 16,-5-4 0-16,-12-1 0 15,-6 0 0-15,-9 0 0 16,0 0 0-16,-24 4 0 16,-9 8 0-16,-1 9 0 15,-4 15 0-15,2 8 0 16,-1 0 0-16,3 22 0 0,8 9 0 16,5 1 0-16,13 2 0 15,5-8-2-15,3-10-1 16,0-8-49-16</inkml:trace>
  <inkml:trace contextRef="#ctx0" brushRef="#br0" timeOffset="92890.43">13410 13687 2038 0,'0'0'4'0,"0"0"-2"0,0 0 1 0,0 0-3 0,0 0 0 16,-59 115 0-16,41-37 0 16,7 6 0-16,2 7 0 15,2-1 0-15,1 0 0 16,-1-9 0-16,-2-1 0 15,-4-18 0-15,-5-4 0 16,-2-21-2-16,4-11-2 16</inkml:trace>
  <inkml:trace contextRef="#ctx0" brushRef="#br0" timeOffset="93114.44">13013 13966 2034 0,'0'0'5'16,"0"0"-2"-16,0 0-1 16,0 0-1-16,0 0-1 15,0 0 0-15,164 56 0 16,-101-4 2-16,-1-2-2 16,-4 3 0-16,-8-9 0 15,-11-4 0-15,-7-8 0 16,-8-6 0-16,-2-8-3 0,-6-18-14 15</inkml:trace>
  <inkml:trace contextRef="#ctx0" brushRef="#br0" timeOffset="93345.33">13719 13533 2028 0,'0'0'10'0,"0"0"-6"15,0 0-1-15,0 0-3 16,0 0 2-16,0 0-2 16,2 64 0-16,20 7 0 15,3 2 0-15,-1 4 0 0,-2-4 0 16,-2-2 0 0,-4-9 0-16,-7-8 0 0,-3-5 0 15,0-10-2-15,-4-10-6 16</inkml:trace>
  <inkml:trace contextRef="#ctx0" brushRef="#br0" timeOffset="93931.6">14151 13577 2017 0,'0'0'15'0,"0"0"-7"16,0 0-4-16,0 0-3 15,0 0 1-15,0 0-2 16,-60-86 0-16,40 118 0 0,-1 16 0 16,6 13 0-16,7 3 0 15,8 0 0-15,0 0 0 16,0-16 0-16,13-10 0 16,9-12 0-16,7-10 0 15,2-11 0-15,1-5 0 16,-3 0 0-16,-4-21 0 15,0-11 0-15,-7-8 0 16,-9-6 0-16,-5-6 0 16,-4-6 0-16,0 2 0 15,0 0 0-15,0 1 0 16,0 11 0-16,12 6 0 0,5 12 0 16,7 12 0-16,6 10 0 15,-1 4 0-15,2 7 0 16,-4 26 0-16,-7 5 0 15,0 4 0-15,-6 5 0 16,-1-3 0-16,2-6 0 16,1-6 0-16,2-8 0 15,2-12 0-15,4-12 0 16,3 0 0-16,2-12 0 16,0-18 0-16,-2-2 0 15,-5-7 0-15,-8-1 0 16,-13-8 0-16,-1-6 0 0,-6-4 0 15,-23 3 0-15,-9 10 0 16,-4 13 0-16,-10 20 0 16,-1 12 0-16,-7 16 0 15,-4 30 0 1,1 14 0-16,-1 8-5 0</inkml:trace>
  <inkml:trace contextRef="#ctx0" brushRef="#br0" timeOffset="94699.33">12190 14865 2024 0,'0'0'6'0,"0"0"1"0,0 0-2 0,0 0-5 16,0 0 1-16,-122 151 0 16,82-80 0-16,-5 11-1 15,-6 19 2-15,-9 16-2 16,-12 23 0-16,-8 12 0 16,-7 4 0-16,2-5 0 15,12-13 0-15,13-18 0 16,15-21 0-16,12-15 0 15,15-20 0-15,7-12 0 0,4-20 0 16,5-18 0-16,2-5 0 16,0-9 0-16,0 0 0 15,0 0 0-15,-2-5 0 16,2-17-2-16,0-10 0 16,0-8-9-16</inkml:trace>
  <inkml:trace contextRef="#ctx0" brushRef="#br0" timeOffset="95392.91">12195 13168 2028 0,'0'0'7'0,"0"0"-6"0,-67 112 1 0,18-9 1 15,-9 23-1-15,-5 20-2 16,-6 19 1-16,-8 9 0 16,-4 9-1-16,-8-5 2 15,2-13-2-15,5-13 0 16,5-27 0-16,18-23 0 16,11-29 0-16,22-24 0 15,15-23 0-15,6-18 0 16,5-5 0-16,0-3 0 0,0-6 0 15,0-21-2-15,0-13 1 16,0-16-7-16,0-8-130 16</inkml:trace>
  <inkml:trace contextRef="#ctx0" brushRef="#br0" timeOffset="95925.26">10744 13608 2034 0,'0'0'4'15,"0"0"-3"-15,0 0 1 16,0 0-1-16,0 0 0 15,0 0-1-15,-131 60 0 16,115-48 0-16,7-6 1 16,7-5-1-16,2-1 0 15,0 0 0-15,0-19 1 16,5-22-1-16,21-7 0 16,16-2 0-16,6 6 0 15,0 6 0-15,-3 7 0 16,-8 14 0-16,-9 7 0 15,-6 10 0-15,-7 8 0 0,-1 36 0 16,-5 23 0-16,-9 11 0 16,0 8 0-16,-7 8 0 15,-15-10 0-15,-5-6 0 16,7-17 0-16,7-23 0 16,6-18 2-16,7-12-2 15,0-8 0-15,0 0 0 16,27-12 0-16,13-19 0 15,14-7 0-15,-4 0 0 16,-3 6 0-16,-5 2 0 16,1 8 0-16,-3 9 0 15,9 7-2-15,4 3-4 16,10 3-65-16</inkml:trace>
  <inkml:trace contextRef="#ctx0" brushRef="#br0" timeOffset="96465.34">12710 14480 2029 0,'0'0'5'0,"0"0"-2"0,0 0 0 0,0 0-1 0,-108 113-1 15,89-10 0-15,-2 30 0 16,-6 17-1-16,-8 17 2 15,-7-3-2-15,-7-1 0 16,-1-13 0-16,4-12 0 16,6-20 0-16,7-16 0 15,10-17 0-15,9-27 0 16,10-18 0-16,4-18 0 16,0-22 0-16,12 0 0 15,19-40-2-15,7-22-6 0</inkml:trace>
  <inkml:trace contextRef="#ctx0" brushRef="#br0" timeOffset="97053.25">14006 12890 1939 0,'0'0'91'0,"0"0"-86"0,0 0-3 0,0 0 0 16,0 0 1-16,11 138-1 15,-1-50-2-15,-2 24 1 16,1 15-1-16,-3 9 2 16,0 2-2-16,-2-5 0 15,-4-6 0-15,0-14 0 16,0-20 0-16,2-17 0 15,2-20 0-15,3-17 0 16,-1-12 0-16,-1-12 0 16,0-8 0-16,-5-7 0 15,2 0 0-15,0 0-2 0,-2-7-2 16</inkml:trace>
  <inkml:trace contextRef="#ctx0" brushRef="#br0" timeOffset="97658.32">15916 13248 2042 0,'0'0'1'0,"0"0"-1"0,0 0 1 16,0 0 0-16,0 0 1 16,0 0-2-16,23-5 0 15,39-20 0-15,13-7 0 16,1-4 0-16,-5 2 0 0,-11 4 0 15,-11 6 0-15,-17 8 0 16,-8 10 0-16,-8 5 0 16,-10 1-3-16,-6 0-13 15</inkml:trace>
  <inkml:trace contextRef="#ctx0" brushRef="#br0" timeOffset="97845.49">15989 13614 2024 0,'0'0'11'16,"0"0"-10"-16,0 0 3 15,0 0-1-15,0 0-2 0,0 0-1 16,143-45 0 0,-81 13 0-16,3-6 0 0,-1-6 0 15,3-8-2-15,1-12-14 16</inkml:trace>
  <inkml:trace contextRef="#ctx0" brushRef="#br0" timeOffset="98431.98">17192 12705 2026 0,'0'0'10'15,"0"0"-10"-15,0 0 3 0,0 0-1 16,0 0-1-16,0 0-1 16,2 47 1-16,-15-21 0 15,-14-2 0-15,-4-3-1 16,-4-5 0-16,3-5 0 16,3-11 0-16,7 0 0 15,11-9 0-15,7-17 0 16,4-8 0-16,0-4 0 15,19 0 0-15,10 2 0 16,2 8 0-16,6 6 0 16,-2 12 0-16,1 10 0 15,-3 0 0-15,1 19 0 16,-5 19 0-16,-8 12 0 0,-5 9 0 16,-4 2 0-16,-12 0 0 15,0 6 0-15,-3 3 0 16,-28 16 0-16,-18 10 0 15,-15 7 0-15,-8-7 0 16,1-24 0-16,13-26 0 16,18-24 0-16,11-19 0 15,14-3 2-15,7-23-2 16,8-21 0-16,0-14 0 16,19-11 0-16,18-4 0 15,10 4 0-15,4 15 0 16,3 20 0-16,-5 22 0 0,-3 12 0 15,-3 0 0-15,-1 31 0 16,-4 2 0-16,-1 8 0 16,2-3 0-16,-5-5 0 15,-5-4 0-15,-6-11-3 16,-4-11-13-16</inkml:trace>
  <inkml:trace contextRef="#ctx0" brushRef="#br0" timeOffset="98828.63">17642 12675 2030 0,'0'0'7'0,"0"0"-2"0,0 0-3 0,-47-103-1 16,41 103 1-16,1 25-2 0,-1 21 0 15,-1 16 0-15,3 6 0 16,4 0 0-16,0 0 0 15,0-3 0-15,13-11 0 16,5-8 0-16,6-10 0 16,5-13 0-16,7-15 0 15,2-8 0-15,4-8 0 16,2-28 0-16,4-5 0 16,-4-3 0-16,-8-9 0 15,-12 0 0-15,-17-10 0 16,-7-2 0-16,-16-2 0 15,-21 9 0-15,-9 12 0 0,2 16 0 16,2 15 0-16,2 15 0 16,2 3 0-16,2 27 0 15,7 10 0-15,9 2 0 16,9 2 0-16,9-6-2 16,2-6 1-16,0-15-10 15</inkml:trace>
  <inkml:trace contextRef="#ctx0" brushRef="#br0" timeOffset="99108.92">18614 11801 2023 0,'0'0'15'0,"0"0"-12"0,0 0 0 15,0 0-2-15,0 0-1 16,-29 118 2-16,11-25-2 16,3 9 0-16,-3 10 0 15,-7 8 0-15,-13 6 0 16,-9 3 0-16,-6-3 0 16,2-12 0-16,3-15 0 15,7-19 0-15,9-20 0 16,12-26-2-16,9-26-7 0</inkml:trace>
  <inkml:trace contextRef="#ctx0" brushRef="#br0" timeOffset="99427.9">18083 12093 1960 0,'0'0'73'0,"0"0"-73"16,0 0 2-16,-60 107 3 16,43-60-4-16,1-3-1 15,-4-2 1-15,-4-15-1 0,-3-6 1 16,-4-11-1 0,-1-7 0-16,1-3 0 0,0-4 1 15,4-18-1-15,5-5 0 16,4-4 0-16,7 1 0 15,4-4 0-15,7 8 0 16,0 6 0-16,4 6 0 16,19 10 0-16,6 4 0 15,9 0 0-15,7 20-3 16,1 2-32-16</inkml:trace>
  <inkml:trace contextRef="#ctx0" brushRef="#br0" timeOffset="99788.44">18770 12468 2035 0,'0'0'5'16,"0"0"-5"-16,0 0 1 15,0 0 1-15,117 73-2 16,-105-36 1-16,-10 4-1 16,-2 1 0-16,-2 0 1 15,-27-4-1-15,-11-4 0 16,-11-7 0-16,-9-11 0 0,-1-9 0 16,6-7 0-16,8 0 2 15,14-16-2-15,10-14 0 16,15-8 0-16,8-10 0 15,0-10 0-15,13-5 0 16,20-6 0-16,12 0 0 16,8 3-2-16,1 2-2 15,-3 1-286-15</inkml:trace>
  <inkml:trace contextRef="#ctx0" brushRef="#br0" timeOffset="100246.73">18402 11319 2032 0,'-249'-26'7'16,"-14"26"-4"-16,-16 26-1 16,-8 63-1-16,1 53-1 15,22 61 2-15,23 58-2 16,40 47 0-16,50 36 0 15,52 29 0-15,63-4 0 16,39-28 0-16,78-51 0 16,39-71 0-16,30-72 0 15,27-59 0-15,20-53 0 16,23-35 0-16,23-48 0 16,11-49 0-16,18-28 0 0,2-28 0 15,7-12 0-15,-3-7 0 16,-10-10 0-16,-17-19 0 15,-29-10 0-15,-23-19 0 16,-34-15 0-16,-46-6 0 16,-61 6-2-16,-62 11 2 15,-100 23 0-15,-77 40 2 16,-64 42-2-16,-66 57 0 16,-57 68 0-16,-40 48 0 15,-20 77 0-15,17 46 0 16,37 34 0-16,59 13 0 15,65-10-3-15,72-25-25 0</inkml:trace>
  <inkml:trace contextRef="#ctx0" brushRef="#br1" timeOffset="106829.35">17929 7668 1881 0,'0'0'109'0,"0"0"-102"0,0 0-3 16,0 0 9-16,0 0-3 16,0 0-7-16,0 0-2 15,-137-80 1-15,92 71 2 16,1 2-2-16,-2 1-1 15,0 1 1-15,-3 4-1 16,-6-2-1-16,-5 3 1 16,-8 0-1-16,-1 0 0 0,-6 0 0 15,-10 0 0-15,-13 0 1 16,-9 4-1-16,-12 2 0 16,0 2 0-16,-4 3 0 15,3 0 0-15,10 2 1 16,8-4-1-16,7 2 0 15,7-3 0-15,9-2 0 16,5 4 0-16,-3 6 0 16,-4 4 0-16,-13 6 0 15,-11 5 0-15,-6-2 0 16,-1 3 0-16,6-2 0 16,3-4 0-16,7-2 0 15,5-2 0-15,9-1 0 0,3 1 0 16,4 0 0-1,1 2 0-15,-4 2 0 0,-2 4 0 16,-5 1 0-16,3-2 0 16,-1-1 0-16,7-2 0 15,1 0 0-15,-6 3 0 16,2 0 0-16,-6 6 0 16,2-1 0-16,3 0 0 15,8-2 0-15,6 0 0 16,10-2 0-16,5 4 0 15,0-2 0-15,4 1 0 16,-4 5 0-16,-3 1 0 0,-4 7 0 16,-2 3 0-1,0-1 0-15,2 2 0 0,0-1 0 16,5 1 0-16,-1-2 0 16,3-1 0-16,-2 0 0 15,1-1 0-15,4-2 0 16,-2 0 0-16,3-2-1 15,5-2 1-15,2 2 0 16,3 0 0-16,-2 1 0 16,3-3 0-16,7-2 0 15,2-2-1-15,6-2 1 16,1 2 0-16,3 2 0 16,4 5 0-16,1 4 0 0,-5 1 0 15,5 4 0 1,-5 1 0-16,5 3 0 0,-2 6 0 15,3 1 0 1,2 0 0-16,4-4 0 0,5-5 0 16,0-8 0-16,0-4 0 15,14-2 0-15,6 0 0 16,0 2 0-16,2-1 1 16,1 7-1-16,-4-4 0 15,2 6 0-15,-1 1 0 16,-3 0 0-16,4-1 0 15,-2-8 0-15,6-5 0 16,4-8 0-16,6-7 0 16,12-8 1-16,12-3-1 0,9-5 0 15,13 0 0-15,5-3 0 16,9 6 1-16,9-4-1 16,8 3 0-16,5-2 0 15,1-2 0-15,-6 0 0 16,-12-4 0-16,-9 0 0 15,-4 0 0-15,-2-4 0 16,-3-11 0-16,1-5 1 16,1-3-1-16,4-2 0 15,5-4 0-15,10 1 0 16,-1-5 0-16,3 0 0 16,-3-1 0-16,-3 1 0 15,5 0 0-15,-4-1 0 16,-2-2 0-16,0-1 0 15,-4-1 0-15,-1 0 0 0,1 2 0 16,-1 1 0-16,1-3 0 16,-1-5 0-16,3-4 0 15,1 1 0-15,3-5 0 16,1 1 0-16,5 0 0 16,-6 0 0-16,-4 1 0 15,-5 1 0-15,83-42 0 16,-92 43 0-1,3 0 0-15,-2-6 0 16,-4-3 0-16,2-3 0 16,-3 2 0-16,0-2 0 15,3 1 0-15,-6 4 0 0,-4 4 0 16,-4 6 0-16,-10 2 0 16,-5 6 0-16,-8-2 0 15,-3-2 0-15,-1-2 0 16,0-7 0-16,5-2 0 15,-5-4 0-15,-3-3 0 16,-3-4 0-16,-5-9 0 16,-5-5 0-16,-5-2 0 15,-9 7 0-15,-5-2 0 16,-5 5 0-16,0 4 0 16,0-6 0-16,-5-1 0 15,-5-1 0-15,-2-2 0 16,-5 4 0-16,-2-2 0 0,-8 6 0 15,-8-5 0-15,-5 2 0 16,-7 2 0-16,1 6 0 16,-2 7 0-16,4 14 0 15,-3 10 0-15,1 7 0 16,-4 8 0-16,2 1 0 16,3 2 0-16,5 3 0 15,4 5 0-15,7 0 0 16,3 1 0-16,5 3 0 15,6 0 0-15,6 0 0 16,4 0 0-16,5 0 0 16,0 0 0-16,0 4 0 0,0 3 0 15,0 3-1-15,0 1 1 16,0-1 0-16,5 1-1 16,2-6-6-16,-5-3-26 15</inkml:trace>
  <inkml:trace contextRef="#ctx0" brushRef="#br1" timeOffset="108689.22">21827 6840 1982 0,'0'0'33'0,"0"0"-27"0,0 0-3 16,0 0 6-16,0 0-5 0,0 0-2 15,0 0 0-15,31 110-1 16,-14-97-1-16,8-9 1 16,10-4-1-16,19-6 1 15,20-35 0-15,20-19-1 16,12-15 0-16,8-3 0 16,-1 0 0-16,-3 0 0 15,-8 2 0-15,-13 5 0 16,-15 3 0-16,-9 14 0 15,-17 10 0-15,-10 15 0 16,-11 10 0-16,-12 11 0 16,-3 6 0-16,-8 2 0 15,0 0 0-15,-4 10 0 0,0 11-1 16,-4 8-1 0,-27-3-15-16</inkml:trace>
  <inkml:trace contextRef="#ctx0" brushRef="#br1" timeOffset="109139.58">21577 7409 1991 0,'0'0'21'0,"0"0"-11"0,0 0-2 0,0 0-3 16,-8 107-2-16,38-107-1 16,17-5 0-16,24-39 0 15,35-26-1-15,35-24-1 16,34-21 0-16,16-13 0 15,0-9 0-15,-14 11 0 16,-28 10 0-16,-26 21 0 16,-23 22 0-16,-18 13 0 0,-13 17 0 15,-19 15 0 1,-19 13 0-16,-18 4 0 0,-9 8 0 16,-2 3 0-16,0-3 0 15,-2 3 0-15,0 0 0 16,0 0 0-16,-6 3 0 15,-19 16-1-15,-6 3-2 16,-7 5-8-16,-3-4-239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25:56.651"/>
    </inkml:context>
    <inkml:brush xml:id="br0">
      <inkml:brushProperty name="width" value="0.05292" units="cm"/>
      <inkml:brushProperty name="height" value="0.05292" units="cm"/>
      <inkml:brushProperty name="color" value="#00008B"/>
    </inkml:brush>
  </inkml:definitions>
  <inkml:trace contextRef="#ctx0" brushRef="#br0">21586 7882 1976 0,'-81'-106'25'0,"-16"0"-21"0,-28-4-4 0,-29-7-1 15,-33-1 1-15,-37-4 0 16,-39-9 1-16,-46 3-1 16,-34 7 1-16,-39 15 3 15,-38 23 4-15,-32 18-1 16,-27 19-2-16,-31 20-2 15,-25 20-1-15,-15 6-2 16,-18 22 1-16,-20 28 1 16,-14 26-1-16,-9 27 0 0,-14 31 0 15,7 26-1 1,21 26 1-16,29 17-1 0,44 16 0 16,52 18 0-16,47 18 0 15,48 22 0-15,52 25 0 16,37 15 0-16,45 2 0 15,50 6 0-15,41-8 0 16,51-7 0-16,51-10 0 16,42-13 0-16,24-13 0 15,71-12 0-15,53-10 0 16,49-9 0-16,62-17 0 16,51-27 0-16,51-33 0 15,63-35 0-15,57-37 1 16,53-35-1-16,62-37 0 15,41-22 0-15,34-52 0 0,39-42 0 16,9-44 0-16,2-38 0 16,-1-49 0-16,-23-33 0 15,-12-27 0-15,-21-26 0 16,-40-11 0-16,-31-17 0 16,-56-10 0-16,-56-7 0 15,-66 2 0-15,-70-1 0 16,-76-4 1-16,-72 0-1 15,-73 4 0-15,-87 2 0 16,-70 8 0-16,-105 11 0 16,-84 19 0-16,-73 38 0 15,-76 56 0-15,-69 63 0 0,-57 65 0 16,-51 65 0 0,-31 46 0-16,-15 80 0 0,-1 59 0 15,15 60-2-15,37 39-2 16,45 31-32-16</inkml:trace>
  <inkml:trace contextRef="#ctx0" brushRef="#br0" timeOffset="420.38">9886 13652 2038 0,'0'0'1'0,"0"0"-1"0,0 0 0 16,112 114 0-16,-41-97 0 15,16-17 0-15,39-71 1 16,62-83-1-16,68-92 1 0,78-82 0 16,67-63 0-16,52-38-1 15,31-14 0-15,-4 5 0 16,-27 49 1-16,-56 70-1 15,-83 91-1-15,-98 93 1 16,-100 79-1-16,-103 56-7 16,-80 75-80-16</inkml:trace>
  <inkml:trace contextRef="#ctx0" brushRef="#br0" timeOffset="690.27">9452 15552 2035 0,'-4'131'0'0,"50"-60"0"16,95-71 0-16,57-117 0 15,52-116 3-15,68-106 0 16,73-93-2-16,60-82 1 15,66-34-2-15,29-15 0 16,3 16 1-16,-33 57-1 16,-59 77-1-16,-94 100 0 15,-104 100-3-15,-104 75-48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2-15T15:26:09.882"/>
    </inkml:context>
    <inkml:brush xml:id="br0">
      <inkml:brushProperty name="width" value="0.05292" units="cm"/>
      <inkml:brushProperty name="height" value="0.05292" units="cm"/>
      <inkml:brushProperty name="color" value="#00008B"/>
    </inkml:brush>
    <inkml:brush xml:id="br1">
      <inkml:brushProperty name="width" value="0.05292" units="cm"/>
      <inkml:brushProperty name="height" value="0.05292" units="cm"/>
      <inkml:brushProperty name="color" value="#FF0000"/>
    </inkml:brush>
  </inkml:definitions>
  <inkml:trace contextRef="#ctx0" brushRef="#br0">4484 2376 2017 0,'0'0'7'0,"-185"-164"-5"0,46 90 5 0,-36 18-4 16,-39 25-1-16,-31 31-1 16,-29 38 0-16,-25 44 0 15,-20 33 0-15,-19 37 0 16,-3 27-1-16,9 27 0 16,24 23 0-16,43 11 1 0,49 20-1 15,60 5 0-15,71 2 0 16,72-12 0-16,44-27 1 15,77-31-1-15,54-48 0 16,44-47 0-16,56-54 0 16,47-48 0-16,45-27 0 15,23-56 0-15,-5-36 0 16,-22-31 0-16,-27-28 0 16,-29-25 0-16,-20-22 0 15,-27-15 0-15,-34-10 0 16,-42-14 0-16,-51-4 0 0,-58 1 0 15,-59 15 0 1,-34 25 0-16,-81 55 0 0,-56 57 0 16,-58 67 2-16,-62 48-2 15,-50 66 0-15,-34 42 0 16,-16 22 0-16,29 5 0 16,51-12 0-16,61-37-4 15</inkml:trace>
  <inkml:trace contextRef="#ctx0" brushRef="#br1" timeOffset="54648.3">7048 7782 1990 0,'0'0'37'0,"0"0"-34"0,0 0 1 15,0 0 1-15,0 0-4 16,0 0-1-16,0 0 0 15,0 125 2-15,0-65-1 0,0-1-1 16,-2 1 1 0,-5 1-1-16,3-3 0 0,-3-3 1 15,0-5-1-15,3-3 0 16,2-3 0-16,-1-5 0 16,1-5 0-16,0-7 0 15,2-6 0-15,0-6-1 16,0-14-3-16,7-1-29 15</inkml:trace>
  <inkml:trace contextRef="#ctx0" brushRef="#br1" timeOffset="55356.25">7522 7910 2011 0,'0'0'10'16,"0"0"-3"-16,0 0 1 16,0 0-3-16,0 0-4 15,0 0 0-15,-104-16 0 16,79 43-1-16,0 13 0 16,6 6 0-16,1 6 1 15,9 2-1-15,7-2 0 16,2-6 0-16,0-8 0 15,13-5 0-15,11-12 0 16,10-5 0-16,1-11 0 0,6-5 0 16,-1 0 0-16,-5-23 0 15,-1-4 0-15,-9-8 0 16,-5-5 0-16,-7-10 0 16,0-11 0-16,1 2 0 15,1-3 0-15,1 8 0 16,1 9 0-16,1 9 0 15,1 10 0-15,-4 10 0 16,1 6 0-16,-1 10 0 16,1 0 0-16,1 0 0 15,2 19 0-15,-4 2 0 16,-4 8 0-16,0 4 0 0,-4 2 0 16,2 1 0-16,0-1 0 15,1-2 0-15,5-7 0 16,-2-6 0-16,5-11 0 15,1-3 0-15,6-6 0 16,2 0 0-16,2-11 0 16,2-13 0-16,-4-8 0 15,-2-4 0-15,-10-5 0 16,-9-3 0-16,-6 0 0 16,0-2 0-16,-21 2 0 15,-8 6 0-15,-3 10 0 16,-3 10 0-16,6 10 0 15,-2 8 0-15,2 0 0 0,0 6 0 16,2 19 0 0,2 4 0-16,7 3 0 0,5 5 0 15,4 0 0-15,5 1 0 16,4 0-6-16,0-5-80 16</inkml:trace>
  <inkml:trace contextRef="#ctx0" brushRef="#br1" timeOffset="55670.33">8598 7417 2013 0,'0'0'13'0,"0"0"-6"0,0 0 0 16,0 0-3-16,0 0-3 15,0 0-1-15,0-22 0 16,-8 70 2-16,-1 19-2 16,-7 6 0-16,3 7 0 15,-1 1 0-15,1-3 0 16,-3 0 0-16,-1-6 0 16,-4-6 0-16,2-9 0 15,1-13 0-15,7-11 0 16,1-16 0-16,8-11 0 15,2-6-2-15,-2 0-8 16,0-20-760-16</inkml:trace>
  <inkml:trace contextRef="#ctx0" brushRef="#br1" timeOffset="55999.13">8262 7263 1884 0,'0'0'135'0,"0"0"-129"16,0 0-2-16,0 0 0 15,0 0 1-15,0 0-3 16,-29 144-1-16,18-102 1 0,-4-8-2 16,-5-1 0-16,-3-10 1 15,-4-5-1-15,3-9 0 16,0-8 0-16,3-1 0 15,6-4 0-15,3-16 0 16,4 1 0-16,3-6 0 16,5 1 0-16,0 1 1 15,0 0-1-15,16 5 0 16,4 4-1-16,5 8 1 16,2 6 0-16,6 0-2 15,5 10-15-15</inkml:trace>
  <inkml:trace contextRef="#ctx0" brushRef="#br1" timeOffset="56396.04">8801 7806 2025 0,'0'0'6'16,"0"0"-5"-16,0 0 2 15,0 0 2-15,0 0-3 0,0 0-2 16,94-7 1 0,-81 30-1-16,-1 5 0 0,-8 7 1 15,-4-2-1-15,0 2 0 16,0-6 0-16,-11-4 0 15,-5-8 0-15,5-10 1 16,-5-7-1-16,1 0 0 16,1 0 2-16,1-14-2 15,4-9 0-15,4-3 0 16,5 1 0-16,0-1 0 16,0 3 0-16,3 7 0 15,13 8-2-15,-1 6-6 16,-1 2-2029-16</inkml:trace>
  <inkml:trace contextRef="#ctx0" brushRef="#br1" timeOffset="58579.13">4703 5288 1975 0,'0'0'6'0,"0"0"-5"0,0 0-1 16,0 0 8-16,0 0-4 16,0 0 2-16,0 0 2 15,57 100 1-15,-9-124 0 16,13-20-7-16,11-15-1 15,5-3 3-15,8 2-3 16,4 6 0-16,7 4 0 16,2 1-1-16,4-1 2 15,3-1-2-15,0-3 0 16,4-1 1-16,-7 3-1 16,-10 6 0-16,-19 12 0 0,-24 10 0 15,-22 10 1-15,-14 10-1 16,-9 4 0-16,-4 0 1 15,3 0-1-15,0 2-1 16,-3 22 1-16,0 7 0 16,0 4 0-16,0-1-1 15,0-8-21-15</inkml:trace>
  <inkml:trace contextRef="#ctx0" brushRef="#br1" timeOffset="59523.34">7785 5380 1944 0,'0'0'21'0,"0"0"-15"16,0 0 4-16,0 0 9 0,0 0-1 15,0 0-11-15,-55 0-5 16,55 0 0-16,0 0-2 15,0 2 1-15,16 14-1 16,13 8 1-16,8 2 2 16,12-2-3-16,9-6 1 15,14-8 0-15,12-10 0 16,17-2 1-16,18-40-2 16,22-28 1-16,19-20 0 15,23-15 0-15,10 0-1 16,-2 10 0-16,-14 11 0 15,-30 11 1-15,-28 15-1 16,-30 12 0-16,-27 10 0 0,-20 12 0 16,-13 4 0-16,-6 4 0 15,-5 4 0-15,-5 1 0 16,-4 9 0-16,-2-1 0 16,-3 3 0-16,-1 0 0 15,-3 3-1-15,0 20 1 16,0 5-7-16,-34 2-58 15</inkml:trace>
  <inkml:trace contextRef="#ctx0" brushRef="#br1" timeOffset="61197.27">6714 8835 2014 0,'0'0'1'0,"0"0"2"0,-123 14 4 0,88 18-2 15,1 13-1-15,7 18-2 16,7 10 1-16,5 11-1 15,4 10 0-15,6 9-1 16,5 11 0-16,0 10-1 16,0 4 0-16,18 10 2 15,11-1-2-15,13-9 0 16,7-15 0-16,5-25 0 0,-1-20 0 16,-2-17 0-1,-1-8 0-15,-6-6 0 0,-4-10 0 16,-7-9 0-16,-5-1 0 15,-2-9 0-15,-6-4 0 16,-5-4 0-16,-3 0-3 16,-3-12-4-16,-7-19-147 15</inkml:trace>
  <inkml:trace contextRef="#ctx0" brushRef="#br1" timeOffset="61571.02">6928 10156 2020 0,'0'0'7'0,"0"0"-3"16,0 0-1-16,0 0 2 15,0 0-4-15,0 0 0 16,2 34 0-16,20-6 0 16,3-3 0-16,4-1 0 15,4-7-1-15,5 0 0 16,0-3 0-16,-5 2 0 15,-4 2 0-15,-13 7 0 16,-9 6 0-16,-7 9 0 16,-3 10 0-16,-28 11 2 15,-12 7-2-15,-3 2 0 16,1-4 0-16,3-8 0 16,6-8 0-16,7-6 0 0,5-10 0 15,9-9 0-15,3-12 0 16,5-7 0-16,5-3 0 15,2-3 0-15,0 0 0 16,0 0 0-16,0 0-2 16,0 0-1-16,13 0-52 15</inkml:trace>
  <inkml:trace contextRef="#ctx0" brushRef="#br1" timeOffset="62358.73">4727 10497 2015 0,'0'0'5'0,"0"0"-1"0,0 0 2 16,-12-116-1-16,26 88-1 0,5 4-2 15,4 6-2-15,-1 6 1 16,3 7-1-16,-3 5 1 16,0 0-1-16,-4 13 0 15,-5 14 0-15,-11 8 0 16,-2 9 0-16,-2 8 1 16,-27 8-1-16,-6 2 0 15,-3 1 0-15,2-12 0 16,12-12 0-16,8-15 0 15,9-10 0-15,5-10 0 16,2-4 0-16,0 0 0 16,19-6 0-16,16-14 0 15,5 0 0-15,2 4 0 0,-1 12 0 16,-10 4 0 0,-4 0 0-16,-14 20 0 0,-7 10 0 15,-6 4 0-15,0 5 1 16,-19-2-1-16,-10 1 0 15,-5 1 0-15,-2-8 0 16,4 0 0-16,6-12 0 16,8-5 0-16,5-7 0 15,8-7 0-15,5 0 0 16,0-27-2-16,18-19-7 16,16-15-51-16</inkml:trace>
  <inkml:trace contextRef="#ctx0" brushRef="#br1" timeOffset="62740.98">5107 10276 2004 0,'0'0'14'0,"0"0"-3"0,0 0-3 0,0 0-3 16,0 0-3-16,0 0-2 16,-53-39 1-16,50 78-1 15,3 14 0-15,0 5 0 16,0 2 2-16,0 5-2 15,0-3 0-15,0-4 0 16,12-12 0-16,3-12 0 16,8-16 0-16,4-12 0 0,4-6 0 15,4-4 0 1,1-25 0-16,-5-8 0 16,-8-7 0-16,-10-3 0 0,-13 1 0 15,0 2 0-15,-13 4 0 16,-19 7 0-16,1 3 0 15,4 11 0-15,0 5 0 16,5 8 0-16,3 6 0 16,-4 0 0-16,3 10 0 15,4 12 0-15,5 2 0 16,6-2 0-16,5 0-2 16,0-3-1-16,0-7-23 15</inkml:trace>
  <inkml:trace contextRef="#ctx0" brushRef="#br1" timeOffset="63028.13">5809 9765 2021 0,'0'0'8'0,"0"0"-4"0,0 0 4 16,0 0-6-16,0 0-1 15,0 0 0-15,-29 24-1 16,14 33 0-16,1 13 2 16,0 8-2-16,1 10 0 15,0 5 0-15,0-7 0 16,-3-9 0-16,0-8 0 16,1-13 0-16,-4-6 0 0,0-12 0 15,1-6 0-15,0-14 0 16,7-13-3-16,3-5-8 15</inkml:trace>
  <inkml:trace contextRef="#ctx0" brushRef="#br1" timeOffset="63213.02">5274 9768 2004 0,'0'0'10'0,"0"0"-3"0,0 0 2 15,0 0-4-15,0 0-4 16,0 0-1-16,-48 1 1 16,60 31-1-16,15 7 0 15,11 3-1-15,7 10-7 16</inkml:trace>
  <inkml:trace contextRef="#ctx0" brushRef="#br1" timeOffset="63417.66">6074 10332 2032 0,'0'0'4'16,"0"0"2"-16,0 0-4 0,0 0-1 16,0 0-1-16,0 0 0 15,-33 15 0-15,30-1 0 16,3-1 0-16,0-5 0 15,0 5 0-15,9-3-13 16</inkml:trace>
  <inkml:trace contextRef="#ctx0" brushRef="#br1" timeOffset="64137">7507 10569 2026 0,'0'0'3'0,"0"0"-2"0,0 0 0 16,0 0 6-1,0 0-3-15,0 0-4 0,94-63 1 16,-55 33-1-16,2 3 0 16,-5 2 0-16,-7 2 0 15,-10 4 0-15,-7 12 1 16,-8 1-1-16,-2 5 1 16,-2 1-1-16,0 0 2 15,0 0-2-15,0 0 0 16,0 23 0-16,0 17 0 15,-6 16 0-15,-2 13 0 16,4 3 0-16,4 3 0 16,0 0 0-16,0-3 0 0,0-8 0 15,0-6 0 1,0-9 0-16,0-9 0 0,0-6 0 16,0-7 0-16,0-6 0 15,0-9-3-15,-6-10-40 16</inkml:trace>
  <inkml:trace contextRef="#ctx0" brushRef="#br1" timeOffset="64677.84">7532 10978 2022 0,'0'0'11'15,"0"0"-11"-15,0 0 4 16,0 0 1-16,0 0-4 0,0 0-1 15,102-61 0 1,-53 33 0-16,4-5 0 0,1-5 0 16,2-6 0-16,0-4-2 15,-6-4-6-15,-7 0 0 16,-7 1 2-16,-14 5 6 16,-11 8 5-16,-9 8 4 15,-2 10-4-15,0 7 0 16,0 8-4-16,-6 5 0 15,-5 0 1-15,1 5-2 16,2 20 0-16,1 13 0 16,0 10 0-16,5 9 0 15,2 2 0-15,0-3 0 16,0-3 0-16,5-12 0 16,8-5 0-16,3-15 0 0,8-9 0 15,0-10 0-15,7-2 0 16,5-8 0-16,2-22 0 15,2-8 0-15,-4-5 0 16,-9-1 0-16,-10 1 0 16,-15 1 0-16,-2 0 0 15,-4 3 0-15,-21 8 0 16,-6 6 0-16,-2 7 0 16,-1 11 0-16,1 7 0 15,0 0 0-15,6 14 0 16,2 16 0-16,10-1 0 15,6 1 0-15,9 1 0 0,0-8-3 16,0-2-10-16</inkml:trace>
  <inkml:trace contextRef="#ctx0" brushRef="#br1" timeOffset="64952.21">8935 10010 2029 0,'0'0'7'0,"0"0"-1"0,0 0-3 15,0 0-1-15,0 0-2 16,0 0 0-16,-65 110 0 0,38-34 0 16,3 4 0-1,2 1 0-15,0 1 0 0,-1-3 0 16,4-4 0-16,-2-2 0 15,-1-9 0-15,2-7 0 16,-2-12 0-16,3-13 0 16,4-14 0-16,4-18-4 15,2-1-91-15</inkml:trace>
  <inkml:trace contextRef="#ctx0" brushRef="#br1" timeOffset="65141.23">8409 9968 2030 0,'0'0'5'16,"0"0"0"-16,0 0-2 15,0 0-2-15,0 0 0 16,0 0-1-16,-33-36 0 16,49 66 0-16,5 9 0 15,8 6 0-15,0 3-2 16,-6 1-33-16</inkml:trace>
  <inkml:trace contextRef="#ctx0" brushRef="#br1" timeOffset="65367.46">9124 10644 2040 0,'0'0'1'0,"0"0"0"16,0 0 2-16,0 0-1 16,0 0-2-16,0 0 0 15,0 24 0-15,0-23 0 16,0-1 0-16,-15 3 0 16,-16-1-2-16,-11 0-54 15</inkml:trace>
  <inkml:trace contextRef="#ctx0" brushRef="#br1" timeOffset="66086.14">7253 11233 2027 0,'0'0'9'0,"0"0"-7"15,0 0 0-15,-165 100 0 16,102-17 0-16,-3 21-1 15,3 19-1-15,7 17 2 16,10 8-2-16,13 4 0 16,12 5 0-16,15-1 0 15,6-1 0-15,0-5 0 16,23-12 0-16,0-13 0 16,4-15 0-16,2-12 0 0,-2-12 0 15,0-11 0-15,0-11 0 16,0-12 0-16,-2-14 0 15,2-11 0-15,-4-10 0 16,-1-11 0-16,-4-6 0 16,0 0 0-16,-3-21 0 15,3-4-4-15,-3-1-12 16</inkml:trace>
  <inkml:trace contextRef="#ctx0" brushRef="#br1" timeOffset="66582">6788 13466 1507 0,'0'0'499'15,"0"0"-489"-15,0 0 1 16,0 0 0-16,0 0-7 15,0 0-2-15,-27 0-1 16,27 0-1-16,0 3 2 16,0 3-2-16,0 6 0 15,2 0 0-15,20 4 0 16,9 0 0-16,10 0 0 0,7 2 0 16,6-1 0-16,2 3 0 15,-8 0 0-15,-5 2 0 16,-8-2 0-16,-8 2 0 15,-6-9 0-15,-8 0 0 16,-5-9 0-16,2-4 0 16,-1-2 0-16,1-25 0 15,5-8 0-15,2-6 0 16,-1-1 0-16,-1 0 0 16,1 0 0-16,-1 4 0 15,1 0 0-15,3 1 0 16,-5 8 0-16,-1 7 0 0,-3 6 0 15,-4 4 0-15,-1 6 0 16,-3 2 0-16,-2 4 0 16,0 0 0-16,-16 0 0 15,-20 14-8-15</inkml:trace>
  <inkml:trace contextRef="#ctx0" brushRef="#br1" timeOffset="67106.53">4869 13287 2026 0,'0'0'8'0,"0"0"-6"0,0 0 0 15,0 0 1-15,0 0-2 0,-63 106 0 16,59-66-1-16,4-7 0 16,0-2 1-16,0-9-1 15,23-6 0-15,8-8 1 16,11-8-1-16,7 0 0 16,-1 0 0-16,0 0 0 15,-13 0 0-15,-8 0 0 16,-10 12 0-16,-7 8 0 15,-8 7 0-15,-2 3 0 16,0 6 0-16,-18-8 0 16,-7 3 0-16,-1 0 0 15,-1-6 0-15,-4-6 0 16,2-7 0-16,2-10 0 0,-4-2-9 16</inkml:trace>
  <inkml:trace contextRef="#ctx0" brushRef="#br1" timeOffset="67286.88">4789 13337 2021 0,'0'0'7'0,"0"0"-5"16,0 0 1-16,0 0-1 15,0 0-1-15,0 0 0 16,127-98-1-16,-94 89 0 0,-6 0-1 15,-5-4-17-15</inkml:trace>
  <inkml:trace contextRef="#ctx0" brushRef="#br1" timeOffset="67654.37">5223 12900 2033 0,'0'0'6'16,"0"0"-5"-16,0 0 1 15,0 0-1-15,0 0 0 16,11 128 0-16,5-70-1 16,2-3 2-16,6 7-2 15,3-8 0-15,2-4 0 0,4-6 0 16,-1-8 0 0,-1-14 0-16,-4-15 0 0,4-7 0 15,-2-25 0-15,0-23 0 16,0-12 0-16,-10-1 0 15,-7 1 0-15,-12 4 0 16,-2-3 0-16,-32 12 0 16,-8 9 0-16,-1 13 0 15,1 24 0-15,0 1 0 16,2 17 0-16,3 20 0 16,9-1 0-16,10 0 0 15,14-7 0-15,4-6 0 0,9-7-2 16,20-12-6-1,10-4-117-15</inkml:trace>
  <inkml:trace contextRef="#ctx0" brushRef="#br1" timeOffset="67910.03">6074 12443 2034 0,'0'0'5'15,"0"0"-1"-15,0 0-2 16,0 0 0-16,0 0-2 16,0 0 0-16,-24 64 0 15,19 6 0-15,-2 8 0 16,-1 6 0-16,-6 2 0 0,1-3 0 16,-2-5 0-16,1-8 0 15,1-10 0-15,-1-10 0 16,-1-13 0-16,1-22 0 15,-1-15-7-15</inkml:trace>
  <inkml:trace contextRef="#ctx0" brushRef="#br1" timeOffset="68097.5">5564 12428 2018 0,'0'0'12'0,"0"0"-8"15,0 0-1-15,0 0-1 16,0 0-2-16,0 0 1 16,46 40-1-16,-14-4 0 15,-1 3 0-15,4-1-1 16,2-3-30-16</inkml:trace>
  <inkml:trace contextRef="#ctx0" brushRef="#br1" timeOffset="68299.06">6464 12958 2034 0,'0'0'5'0,"0"0"-5"0,0 0 2 15,0 0 0-15,0 0-2 16,0 0 0-16,-4 0 0 15,4 0 0-15,0 0-1 16,0 0-40-16</inkml:trace>
  <inkml:trace contextRef="#ctx0" brushRef="#br1" timeOffset="70137.28">5103 13954 2017 0,'0'0'14'0,"0"0"-11"0,0 0-1 0,0 0 1 15,0 0 0-15,0 0-2 16,-67 126 0-16,65-65 0 15,2 7-1-15,0 8 2 16,0 0-2-16,13-1 0 16,5-12 0-16,2-9 0 15,7-11 0-15,-1-12 0 16,3-14 0-16,1-9 0 0,-4-6 0 16,-4-2 0-16,-2 0 0 15,-4-18-3-15,-3-4-19 16</inkml:trace>
  <inkml:trace contextRef="#ctx0" brushRef="#br1" timeOffset="70901.37">5241 14084 1985 0,'0'0'34'0,"0"0"-26"16,0 0-4-16,0 0 0 15,0 0 0-15,29-118-2 16,0 102-1-16,2 6-1 16,2 6 1-16,-4 4-1 15,-2 0 0-15,-7 21 0 0,-7 8 0 16,-4 6 0-1,-9 5 0-15,0 0 0 0,0-4 1 16,-14-1-1-16,0-4 0 16,2-9 0-16,6-12 0 15,4-6 0-15,2-4 0 16,0 0-1-16,15 0 2 16,12-8-1-16,2-7 0 15,2 7 0-15,0 3 0 16,-6 5 0-16,-3 0 0 15,-5 6 0-15,-5 18 0 16,-7 4 0-16,-5 4 0 16,0 4 0-16,-5-1 0 15,-15-3 0-15,-5-2 0 16,0-9 0-16,2-4 0 0,0-5 0 16,3-12 0-1,0 0 0-15,1 0 0 0,7 0 0 16,5-4-1-16,5-10-11 15</inkml:trace>
  <inkml:trace contextRef="#ctx0" brushRef="#br1" timeOffset="71316.28">5698 13891 2026 0,'0'0'7'0,"0"0"-3"0,0 0 0 0,0 0-2 16,0 0-1-16,0 0-1 16,-34 136 1-16,34-102-1 15,11-8 0-15,9-6 2 16,7-8-2-16,2-10 0 15,9-2 0-15,0 0 0 16,0-10 0-16,-2 0 0 16,-7 4 0-16,-9 4 0 15,-5 2 0-15,-6 0 0 0,-3 0 0 16,-6 8 0 0,0 12 0-16,0 6 0 0,-15 4 0 15,-7 1 0-15,-7-6 0 16,-3 0 0-16,3-8 0 15,0-7 0-15,8-8 0 16,-2-2 0-16,5 0-4 16,3-12-29-16</inkml:trace>
  <inkml:trace contextRef="#ctx0" brushRef="#br1" timeOffset="71511.14">5644 13928 2027 0,'0'0'6'0,"0"0"-6"15,0 0 2-15,0 0 0 16,0 0-1-16,0 0-1 16,107-60 0-16,-82 46 0 15,-3 1 0-15,-3 2-8 16</inkml:trace>
  <inkml:trace contextRef="#ctx0" brushRef="#br1" timeOffset="71758.08">6186 13529 2035 0,'0'0'5'0,"0"0"-3"0,0 0 0 16,0 0-1-16,0 0-1 15,0 0 2-15,4 98-2 16,2-56 0-16,2 5 0 16,-2 3 0-16,1 0 0 15,-5 0 0-15,-2 2 0 16,0-2 0-16,0-6 0 16,-4-5 0-16,-10-13 0 15,-6-10-3-15,0-14-62 16</inkml:trace>
  <inkml:trace contextRef="#ctx0" brushRef="#br1" timeOffset="71929">5982 13636 2011 0,'0'0'15'15,"0"0"-14"-15,0 0 0 16,0 0 1-16,0 0 0 15,0 0-2-15,79 76-1 16,-59-48-7-16,4-2-253 16</inkml:trace>
  <inkml:trace contextRef="#ctx0" brushRef="#br1" timeOffset="72124.02">6446 13864 2005 0,'0'0'28'0,"0"0"-26"16,0 0-2-16,0 0 3 16,0 0-1-16,0 0-1 15,0 16 0-15,0-12 0 16,0 2-1-16,-4-5 0 16,-3 2 0-16,-2-3-1 15,-2 0-6-15</inkml:trace>
  <inkml:trace contextRef="#ctx0" brushRef="#br1" timeOffset="72431.38">6292 13212 1875 0,'0'0'158'16,"0"0"-155"-16,0 0 1 15,0 0-1-15,136-88-1 16,-96 128 0-16,0 18-2 16,-3 18 0-16,-4 11 0 15,-2 3 0-15,-6-4 0 16,-6 0 0-16,-10 1 0 0,-4-3 0 16,-5 2 0-16,0-4 0 15,-11-6 0-15,-11-5 0 16,-5-9 0-16,2-14 0 15,3-16 0-15,-1-14 0 16,6-18-2-16,-1 0-5 16</inkml:trace>
  <inkml:trace contextRef="#ctx0" brushRef="#br1" timeOffset="74061.33">7460 14245 2010 0,'0'0'12'0,"0"0"-6"0,0 0 1 16,0 0-3-16,0 0-2 16,0 0-1-16,0 0 0 15,-82-80 0-15,109 36-1 0,19 0 0 16,10 1 0-16,4 11 0 16,0 10 1-16,-6 13-1 15,-12 9 0-15,-11 7 0 16,-16 30 0-16,-9 9 0 15,-6 4 0-15,-6 0 2 16,-23 0-2-16,-6-2 0 16,-3-5 0-16,5-8 0 15,8-13 0-15,12-8 0 16,9-14 0-16,4 0 0 16,0 0 0-16,6-5 0 15,28-11 0-15,8-3 0 16,9 7 0-16,5 7 0 15,-5 5 0-15,-4 0 0 0,-11 5 0 16,-12 13 0-16,-11 4 0 16,-9 4 0-16,-4 6 0 15,-8 4 0-15,-25 2 0 16,-12 3 0-16,-2-9 0 16,1-5 0-16,3-6 0 15,7-2 0-15,12-13 0 16,4-4 0-16,11-2 0 15,4 0 0-15,5 0 0 16,0-7 0-16,21-13-3 0,14-8-11 16</inkml:trace>
  <inkml:trace contextRef="#ctx0" brushRef="#br1" timeOffset="74453.96">8116 13914 1879 0,'0'0'130'0,"0"0"-115"15,0 0-5-15,0 0-3 16,0 0-5-16,0 0-1 16,-114-2 0-16,103 47-1 15,3 0 2-15,8-3-2 0,0-3 0 16,19-11 0-16,18-8 0 15,10-10 0-15,8-10 0 16,3 0 0-16,-6 0 0 16,-10 0 0-16,-11 0 0 15,-8 10 0-15,-7 5 0 16,-8 8 0-16,-8 4 0 16,0 2 0-16,0 5 0 15,-20-2 0-15,-9 0 0 16,-6-2 0-16,-3-4 0 15,0-3 0-15,3-8 0 16,4-6 0-16,6-9 0 16,6 0 0-16,9-32-3 15,5-18-32-15</inkml:trace>
  <inkml:trace contextRef="#ctx0" brushRef="#br1" timeOffset="74660.92">7998 13866 1649 0,'0'0'373'0,"0"0"-366"15,0 0-2-15,0 0 0 16,0 0-2-16,0 0-2 16,162-42 0-16,-111 20-1 15,-9 0 0-15,-4 2 0 16,-9 1 0-16,0 5 0 15,-2-1-1-15,0-6-14 0</inkml:trace>
  <inkml:trace contextRef="#ctx0" brushRef="#br1" timeOffset="74932.87">8968 13247 2020 0,'0'0'11'0,"0"0"-3"16,0 0-4-16,0 0-3 16,-53 128 0-16,44-52 1 15,4 2-2-15,3 8 0 0,2 4 0 16,-2 2 0-16,-2 7 0 16,-5-2 0-16,-4-10 0 15,-1-8 0-15,-2-22 0 16,3-8 0-16,-1-17 0 15,8-13 0-15,-3-14 0 16,3-5 0-16,-2-10-7 16</inkml:trace>
  <inkml:trace contextRef="#ctx0" brushRef="#br1" timeOffset="75144.07">8498 13248 2010 0,'0'0'14'16,"0"0"-5"-16,0 0-2 15,0 0-5-15,0 0-1 16,0 0-1-16,-24-30 0 16,46 70 0-16,5 9 0 15,6 5 0-15,3 7-1 16,-3 2-7-16</inkml:trace>
  <inkml:trace contextRef="#ctx0" brushRef="#br1" timeOffset="75374.03">9387 14279 2040 0,'0'0'1'0,"0"0"1"16,0 0 0-16,0 0 0 16,0 0-2-16,0 0 0 15,0 6 0-15,0-6 0 16,0 0 0-16,0 0 0 16,-6-2 0-16,-6-2-2 0,-3-4-30 15</inkml:trace>
  <inkml:trace contextRef="#ctx0" brushRef="#br1" timeOffset="75845.24">7416 15806 1946 0,'0'0'79'0,"0"0"-76"16,0 0-3-16,0 0 5 15,0 0 0-15,229-75-2 16,-26-50-1-16,40-23-1 16,23-23 0-16,14-7-1 15,-13 14 0-15,-29 17 2 16,-38 39-2-16,-55 34 0 15,-45 32 0-15,-30 15 0 0,-32 16 0 16,-16 11 0-16,-13 0 0 16,-9 5 0-16,0 24 0 15,-22 1-2-15,-25 11 2 16,-13 4-12-16</inkml:trace>
  <inkml:trace contextRef="#ctx0" brushRef="#br1" timeOffset="76212.92">7462 16379 2028 0,'0'0'6'16,"0"0"-5"-16,0 0 3 15,125 0 0-15,-20-58-2 16,38-37 0-16,32-33-2 16,33-24 0-16,23-23 0 15,21-3 0-15,9-1 0 16,-16 14 0-16,-23 21 0 16,-43 28 0-16,-43 28 0 15,-42 30 0-15,-32 26 0 0,-26 10 0 16,-19 13 0-1,-13 8 0-15,-4 1 0 0,0 0 0 16,0 0 0-16,-4 15 0 16,-18 7 0-16,-11 13 0 15,-9 2-3-15,-1 2-12 16</inkml:trace>
  <inkml:trace contextRef="#ctx0" brushRef="#br1" timeOffset="79032.22">12431 5344 1950 0,'0'0'10'0,"0"0"-5"0,0 0 14 15,0 0-2-15,0 0-10 16,0 0 1-16,9 0-7 15,15-10 2-15,10-4-1 16,8 4 0-16,9 0 1 0,12-1-2 16,10 4 0-1,7-8 2-15,12 1-3 0,12-4 1 16,10-1 0-16,4-4-1 16,-2 2 1-16,-7 2-1 15,-6 1 0-15,-3 2 1 16,-2 2-1-16,0-2 0 15,0 0 0-15,3 0 1 16,-1 0-1-16,2 3 0 16,-2 4 0-16,-3 1 0 15,-4 6 0-15,-5-2 0 16,4 0 0-16,5-2 0 16,0-4 1-16,8 2-1 15,-5-6 0-15,-5 4 0 0,-3-2 0 16,-7 2 0-1,-7 4 0-15,-7-1 0 0,-1 6 0 16,-6 1 0-16,-4 0 0 16,-2-3 0-16,0-1 0 15,2 1 0-15,2-3 0 16,2 0 0-16,4 2 0 16,-4-1 0-16,4 1 0 15,-8 0 0-15,-7 0 0 16,-10 4 0-16,-12 0 0 15,-12-1 0-15,-5-1 0 16,-7-1 0-16,-5 2 0 16,0-2 0-16,-2 3 0 0,0 0 0 15,0 0 0-15,0 0 0 16,0 0 1-16,0 0-1 16,-11 0 0-16,-5 0 0 15,1 13 0-15,-4 5 0 16,5 4-1-16,-2 0-11 15,3-2-205-15</inkml:trace>
  <inkml:trace contextRef="#ctx0" brushRef="#br1" timeOffset="80120.1">22593 5216 1987 0,'0'0'7'0,"-129"18"0"0,80-10-4 0,11-1 7 16,16-3-2-16,13-4-2 16,7 3-1-16,2 1-5 15,13-3 0-15,41-1 2 16,33 0 0-16,35-9 0 16,27-21-1-16,21-7-1 0,21 3 2 15,12-2-2-15,4 6 1 16,-2 4-1-16,-18 3 0 15,-13 8 0-15,-20 1 0 16,-19 2 0-16,-14 6 0 16,-19 1 0-16,-21 5 0 15,-21 0 0-15,-20 0 1 16,-14 0-1-16,-12 0 0 16,-7 0 0-16,-3 0 0 15,-4 0 0-15,0 0 0 16,0 0 0-16,0 0 0 15,0 0 0-15,0 0 0 16,0 0 0-16,0 0 0 16,0 0 0-16,0 0 0 15,0 0 0-15,0 0 0 0,-11 5 0 16,-5 7-2-16,-1-2-5 16,-6 0-9-16,-1 0-171 15</inkml:trace>
  <inkml:trace contextRef="#ctx0" brushRef="#br1" timeOffset="81447.32">13534 9681 2024 0,'0'0'3'0,"0"0"3"0,0 0-1 0,0 0-1 16,0 0-2-16,7-124-2 16,39 84 1-16,12 4-1 15,2 12 0-15,0 13 2 16,-8 11-2-16,-8 3 0 15,-15 24 0-15,-11 12 0 16,-18 5 0-16,0 6 0 16,-11 3 0-16,-21-3 0 15,1-2 0-15,2-8 0 0,10-12 0 16,7-10 0-16,8-13 0 16,4-5 0-16,0 0 0 15,0 0 0-15,27-4 0 16,8-11 0-16,8 2 0 15,1 6 0-15,-4 7 0 16,-4 0 0-16,-8 0 0 16,-5 13 0-16,-11 8 0 15,-10 1 0-15,-2 6 0 16,-7 6 0-16,-25 6 0 16,-10 0 0-16,-9 1 0 0,-4-2 0 15,-4-5 0-15,10-8 0 16,12-5 0-16,12-10 0 15,14-6 0-15,9-5 0 16,2 0 0-16,9 0 0 16,28-29-4-16,15-15-24 15</inkml:trace>
  <inkml:trace contextRef="#ctx0" brushRef="#br1" timeOffset="81814.28">14341 9301 2021 0,'0'0'11'0,"0"0"-4"15,0 0-3-15,-114-13-3 0,91 43 0 16,6 8-1 0,3 5 2-16,7-4-2 0,7-5 0 15,0-5 0-15,18-11 0 16,23-5 0-16,17-4 0 15,8-7 0-15,3-2 0 16,-7 1 0-16,-10 4 0 16,-17 3 0-16,-10 6 0 15,-12 0 0-15,-11 6 0 16,-2 4 0-16,-4 4 0 16,-27 2 0-16,-9 4 0 15,-9 2 0-15,-4 0 0 16,-5 0 0-16,3-6 0 0,7-7 0 15,12-13 0-15,11-10 0 16,12 0 0-16,9-27-4 16,4-23-73-16</inkml:trace>
  <inkml:trace contextRef="#ctx0" brushRef="#br1" timeOffset="82017.12">14169 9332 2030 0,'0'0'5'0,"0"0"0"16,0 0-1-16,0 0-3 0,0 0-1 15,0 0 0-15,80-31 0 16,-24 6 0-16,4-1 0 16,-3 0 0-16,1 2 0 15,-2 4 0-15,0 0 0 16,-2-4-10-16</inkml:trace>
  <inkml:trace contextRef="#ctx0" brushRef="#br1" timeOffset="82295.19">15224 8682 2031 0,'0'0'5'0,"0"0"0"16,0 0-3-16,0 0 0 15,0 0-2-15,0 0 0 16,-10 131 2-16,10-59-2 16,0 11 0-16,-7 2 0 15,-1 4 0-15,-4-3 0 16,1-4 0-16,-5-10 0 16,1-5 0-16,-3-11 0 15,0-14 0-15,4-13 0 16,1-14 0-16,3-11 0 15,-1-4 0-15,8-19-4 16,-2-19-126-16</inkml:trace>
  <inkml:trace contextRef="#ctx0" brushRef="#br1" timeOffset="82485.06">14817 8738 2026 0,'0'0'4'15,"0"0"1"-15,0 0 1 16,0 0-5-16,0 0 0 16,0 0-1-16,10-44 0 15,21 68 0-15,9 9 0 16,8 7 0-16,6 1-3 16,-3 6-170-16</inkml:trace>
  <inkml:trace contextRef="#ctx0" brushRef="#br1" timeOffset="82704.33">15600 9307 2017 0,'0'0'20'16,"0"0"-16"-16,0 0-2 15,0 0 0-15,0 0-2 16,0 0 0-16,-12 11 2 15,12-11-2-15,0 0 0 16,0 0 0-16,0 0 0 16,0 0-2-16,2-11 0 0,5-9-93 15</inkml:trace>
  <inkml:trace contextRef="#ctx0" brushRef="#br1" timeOffset="82942.89">15868 8785 2035 0,'0'0'5'0,"0"0"-2"16,0 0-2-16,0 0 0 0,0 0-1 15,0 0 2 1,112-48-2-16,-68 19 0 0,4-1 0 15,-4 2 0-15,-6 6 0 16,-6 7 0-16,-13 3-2 16,-5 7-26-16</inkml:trace>
  <inkml:trace contextRef="#ctx0" brushRef="#br1" timeOffset="83143.92">15958 9057 2006 0,'0'0'30'16,"0"0"-27"-16,0 0 0 15,0 0-2-15,0 0 0 0,143-60 0 16,-99 32-1-16,-3 0 0 16,-8 0 0-16,-2 4 0 15,-4 0 0-15,-6 2 0 16,2-2-11-16</inkml:trace>
  <inkml:trace contextRef="#ctx0" brushRef="#br1" timeOffset="83631.21">16637 8211 2029 0,'0'0'6'0,"0"0"-1"0,0 0-2 16,0 0-3-16,0 0 2 16,0 0-2-16,-2 139 2 15,2-82-2-15,4-1 0 16,19-5 0-16,8-7 0 16,2-11 0-16,3-11 0 15,0-9 0-15,-2-7 0 16,-3-6 0-16,-2 0 0 15,-3-14 0-15,1-11 0 0,-3-6 0 16,1-5 0 0,-5-6 0-16,-2-4 0 0,-4-6 0 15,-7-5 0 1,1 3 0-16,-4 5 0 0,-4 12 0 16,0 13 0-16,0 12 0 15,0 10 0-15,0 2 0 16,0 6 0-16,0 28 0 15,0 13 0-15,-2 11 0 16,2 6 0-16,0 2 0 16,0-2 0-16,0-5 0 15,0-8 0-15,6-7 0 16,8-10 0-16,-3-8 0 16,1-9 0-16,-1-7 0 0,-1-9-4 15,2-1-218 1</inkml:trace>
  <inkml:trace contextRef="#ctx0" brushRef="#br1" timeOffset="84072.88">17337 8038 2028 0,'0'0'8'0,"0"0"-2"0,0 0-4 16,0 0-1-16,0 0-1 15,0 0 2-15,-18 101-2 16,18-57 0-16,0-1 0 0,3 0 0 16,14-6 0-1,8-5 0-15,4-10 0 0,2-13 0 16,2-9 0-16,3 0 0 16,-3-9 0-16,-2-19 0 15,-4-3 0-15,-4-1 0 16,-6-4 0-16,-5-4 0 15,-6-4 0-15,-3-2 0 16,-3 2 0-16,0 4 0 16,0 9 0-16,0 14 0 15,-5 7 0-15,3 10 0 16,0 0 0-16,0 21 0 16,2 21 0-16,-2 9 0 15,-1 3 0-15,3 2 0 0,0-2 0 16,0 3 0-16,0-6 0 15,11-2 0-15,-4-7 0 16,1-8 0-16,1-6 0 16,1-10-3-16,-4-12-147 15</inkml:trace>
  <inkml:trace contextRef="#ctx0" brushRef="#br1" timeOffset="84597">18170 7743 2005 0,'0'0'18'0,"0"0"-7"0,0 0-4 16,0 0-5-16,-147-63-1 16,109 83 0-16,-1 14-1 15,5 8 2-15,12 4-2 16,15-1 0-16,7-5 0 15,15-6 0-15,28-4 0 16,10-8 0-16,7-4 0 16,0-4 0-16,1-4 0 15,-5 2 0-15,-7 0 0 16,-11 4 0-16,-7 0 0 16,-14 4 0-16,-7 0 0 0,-10 4 0 15,0 6 0-15,-29 3 0 16,-17 2 0-16,-8 1 0 15,-9-1 0-15,1-9 0 16,8-8 0-16,16-14 0 16,14-4 0-16,10-3 0 15,10-28 0-15,4-11 0 16,6-16 0-16,27-11 0 16,6-7 0-16,-6-4 0 15,-2 2 0-15,-11 6 0 16,-13 13 0-16,-7 15 0 15,-2 16 0-15,-27 16 0 16,-14 12 0-16,-15 0 0 16,-8 14 0-16,-3 18 0 15,2 6 0-15,15 2 0 0,15-2 0 16,1 1-11-16</inkml:trace>
  <inkml:trace contextRef="#ctx0" brushRef="#br1" timeOffset="87571.93">6801 6567 1993 0,'0'0'8'0,"0"0"-4"16,0 0 7-16,0 0-2 0,0 0-5 15,0 0-2-15,0 0-1 16,73-42 0-16,12 9 1 16,35-2-2-16,38-5 1 15,43-5 1-15,42 1-2 16,28 2 1-16,26 4 0 16,13 6-1-16,6 2 1 15,9 4-1-15,0 4 0 16,-17 0 0-16,-22 3 0 15,-33 1 1-15,-18 0-1 16,-27 0 0-16,-25 3 0 16,-34 1 0-16,-33 2 0 15,-26-1 0-15,-26 3 0 16,-17 3 0-16,-23 2 0 16,-12 4 0-16,-12 1 0 0,0 0 0 15,0 0 0-15,-25 0 0 16,-18 6 1-16,-11 11-1 15,-12 0 0-15,-3-1-1 16,-10 1-1-16,-25 4-7 16,-25-2-12-16,-22 2-39 15</inkml:trace>
  <inkml:trace contextRef="#ctx0" brushRef="#br1" timeOffset="88162.37">8164 6468 1562 0,'-216'35'117'0,"24"-7"-26"0,28-2-69 0,23-4 23 16,23-4 23-16,24 0-32 15,19-2-13-15,21-4-8 16,23-4-5-16,18-6-1 16,13-2-2-16,0 0-1 15,28 0-3-15,44-17 1 16,39-14 1-16,45-9-3 15,43-6 0-15,32-2 2 16,28-1-2-16,22-1 0 16,26 2-1-16,19 2 0 15,9 4 0-15,-5 10-1 16,-33 4 1-16,-45 8-1 0,-38 2 0 16,-34 3 0-1,-26 3 0-15,-27-2 0 0,-25-1 0 16,-19-1 0-16,-21 2 0 15,-13 0 0-15,-18 5 1 16,-11 3-1-16,-11 5 0 16,-6-1 0-16,-1 2 1 15,-2 0-1-15,0 0 0 16,0 0 1-16,0 0-1 16,0 0 0-16,0 0 0 15,0 0 0-15,0 0 0 16,0 0 0-16,0 0 0 0,0 0 0 15,0 0 0-15,0 0 0 16,0 0 0-16,0 0 0 16,0 0 0-16,0 0 0 15,0 0 0-15,0 0 0 16,-5 0-2-16,-6 0 0 16,-2 0-2-16,-7 0-2 15,1 2 3-15,4 1-1 16,-3 4-3-16,3-1-1 15,-3-2-10-15,1 0-161 16</inkml:trace>
  <inkml:trace contextRef="#ctx0" brushRef="#br1" timeOffset="89520.22">9907 6990 1979 0,'0'0'14'0,"-83"-148"-3"0,27 85 2 16,-19 15-2-16,-23 12-6 15,-27 14-1-15,-34 16-3 16,-34 6 0-16,-24 19 0 16,-25 38-1-16,-17 16 0 15,-13 14 0-15,-6 9 0 16,-5-1 1-16,11 14-1 0,25 12 0 15,24 16 0 1,38 18 0-16,34 7 0 0,28 9 1 16,38 2-1-16,27 5 0 15,31-4 1-15,27-5-1 16,0-7 0-16,46-20 0 16,20-14 1-16,21-19-1 15,22-27 0-15,21-20 1 16,26-26-1-16,40-26 0 15,38-10 0-15,36-44 0 16,32-30 2-16,7-22-2 16,-3-17 0-16,-12-3 0 15,-31-2 0-15,-27-2 0 16,-32-9 0-16,-29-3 0 16,-24-7 0-16,-25-5 0 0,-19-8 0 15,-29-15 0-15,-17-11 0 16,-27-7 0-16,-32 3 0 15,-4 11 0-15,-54 23 0 16,-32 29 0-16,-33 32 0 16,-35 29 0-16,-32 23 0 15,-32 21 0-15,-23 14 0 16,-11 0 0-16,-6 33 0 16,-3 16 0-16,-7 22 0 15,5 13 0-15,0 16 0 0,15 13 0 16,30 9 0-1,26 10 0-15,33 8 0 0,25 9 0 16,20-1 0-16,25 2 0 16,22-6 0-16,25 1 0 15,22-2 0-15,17-9 0 16,5-3 0-16,27-14 0 16,26-10 0-16,19-9 0 15,19-11 0-15,20-19 0 16,21-20 0-16,31-22 0 15,37-22 0-15,32-4 0 16,30-28 0-16,12-21 0 16,-6-10 0-16,-19-8 0 15,-26-7 0-15,-20-4 0 16,-22-5 0-16,-21-4 0 0,-21-10 0 16,-16-5 0-16,-13-8 0 15,-8-13 0-15,-8-11 0 16,-16-18 0-16,-16-17 0 15,-22-11 0-15,-21 0 0 16,-19 9 0-16,-14 22 0 16,-41 27 0-16,-22 28 0 15,-14 23 0-15,-9 23 0 16,0 21 0-16,4 13 0 16,9 14 0-16,4 0 0 15,6 29 0-15,1 24 0 16,5 13-2-16,2 12-6 0</inkml:trace>
  <inkml:trace contextRef="#ctx0" brushRef="#br1" timeOffset="90819.43">9383 9537 2013 0,'0'0'8'0,"0"0"-7"15,0 0 0-15,0 0 4 16,0 0-1-16,0 0-3 16,0 87 2-16,0-42 1 15,0 5-3-15,0 2 1 16,0-10-2-16,0-5 1 16,0-9-1-16,0-12 0 15,11-6 1-15,5-10-1 0,13 0 0 16,13-32 0-1,14-16 2-15,6-11-2 0,1 1 0 16,1 2 0-16,-2 4 0 16,1 4 0-16,-1 4 0 15,-2 0 0-15,1 3 0 16,-8 7 0-16,-9 6 0 16,-10 12 0-16,-16 9 0 15,-9 4 0-15,-7 3 0 16,-2 0 0-16,0 0 0 15,0 9 0-15,-7 15 0 16,-13 9 0-16,-13 7-2 0,-14 8-1 16,-13 5-64-1</inkml:trace>
  <inkml:trace contextRef="#ctx0" brushRef="#br1" timeOffset="91605.81">9290 13034 2034 0,'0'0'3'0,"6"146"-2"0,5-78-1 0,3-14 1 16,13-19 2-16,15-33-3 16,18-16 1-16,17-58 0 15,18-37-1-15,9-17 1 16,3-5-1-16,-4 9 0 16,-14 18 0-16,-12 18 0 15,-14 19 2-15,-9 12-2 16,-10 12 0-16,-8 7 0 15,-10 9 0-15,-8 10 0 16,-7 5 0-16,-1 4 0 16,-6 2 0-16,-2 2 0 15,-2 1 0-15,0 3 0 16,0 0-2-16,0 0-2 0,-12 0-25 16</inkml:trace>
  <inkml:trace contextRef="#ctx0" brushRef="#br1" timeOffset="92829.11">5180 7445 2038 0,'0'0'3'0,"0"0"-1"0,0 0 0 16,0 0-2-16,0 0 2 15,0 0-2-15,-15-2 0 16,64 42 0-16,21 9 0 16,3 7 0-16,5 2 0 0,-5-4 0 15,-4-4 0-15,0-6 0 16,-1-8 0-16,-4-10 0 16,-6-4 0-16,-9-7 0 15,-12-5 0-15,-9-3 0 16,-6 1 0-16,-12-1 0 15,0-4 0-15,-8 0 0 16,-2-2 0-16,0-1 0 16,-24 0-2-16,-12 0-1 15,-11-4-14-15</inkml:trace>
  <inkml:trace contextRef="#ctx0" brushRef="#br1" timeOffset="93241.16">4951 7455 2033 0,'0'0'4'0,"0"0"-1"0,0 0 0 15,0 0-2-15,0 0 0 16,0 0-1-16,-68 120 0 16,68-69 2-16,8-3-2 15,13-2 0-15,-2-9 0 16,4-1 0-16,-5-9 0 15,-1-6 0-15,-1-9 0 16,-7-5 0-16,-5-4 0 0,-4-3 0 16,0 0 0-16,0 0 0 15,-4-22 0-15,-15-9 0 16,0-3 0 0,1-6 0-16,7-6 0 0,7 0 0 15,4-2 0-15,0 2 0 16,17-1 0-16,12 3 0 15,7 2 0-15,12 4 0 16,7 1 0-16,5 8 0 16,7-1 0-16,-3 4 0 15,-4 2 0-15,-4 4 0 16,-12 10 0-16,-6 7 0 16,-15 3-4-16,-17 0-55 15</inkml:trace>
  <inkml:trace contextRef="#ctx0" brushRef="#br1" timeOffset="94043.05">3400 7231 2035 0,'0'0'3'0,"0"0"-1"0,0 0 1 15,0 0-2-15,0 0-1 16,0 0 0-16,27 64 1 16,0-17-1-16,2 6 0 15,-2 1 0-15,0-4 2 16,-1-3-2-16,-3-10 0 16,-8-4 0-16,-4-11 0 15,-6-10 0-15,-3-8 0 0,-2-4 0 16,0 0 0-1,0-22 0-15,-22-13 0 0,-5-9 0 16,0-10 0-16,2-6 0 16,4-7 0-16,5 2 0 15,9 5 0-15,7 5 0 16,0 10 0-16,2 11 0 16,19 12 0-16,6 11 0 15,4 11 0-15,9 0 0 16,-1 24 0-16,1 10 0 15,-1 6 0-15,-8 0 0 16,-9 5 0-16,-6-5 0 16,-8 2 0-16,-8-2 0 15,0-8 0-15,0-6 0 16,0-10 0-16,-16-12 0 0,-3-4 0 16,-2-8 0-16,4-25 0 15,-1-10 0-15,9-8 0 16,1-8 0-16,3-3 0 15,5 2 0-15,0 1 0 16,0 9 0-16,15 11 0 16,8 12 0-16,2 11 0 15,1 13 0-15,0 3 0 16,7 7 0-16,1 19 0 16,3 10 0-16,-2 1 0 15,-2 1 0-15,-4 3 0 16,-4 2 0-16,-8-2 0 0,-1-5 0 15,-7-6-3-15,-5-9-8 16</inkml:trace>
  <inkml:trace contextRef="#ctx0" brushRef="#br1" timeOffset="94291.63">4178 6763 2033 0,'0'0'4'0,"0"0"1"16,0 0-3-16,0 0-1 16,0 0-1-16,0 0 0 15,-35-70 0-15,56 100 0 16,6 16 2-16,4 8-2 0,3 7 0 16,1 3 0-16,2-2 0 15,-6-4 0-15,-2-9 0 16,-10-9 0-16,0-9 0 15,-9-10-4-15,-7-9-29 16</inkml:trace>
  <inkml:trace contextRef="#ctx0" brushRef="#br1" timeOffset="94568.02">4183 6685 2030 0,'0'0'7'15,"0"0"-3"-15,-23-114-2 0,27 85-1 16,23 8-1-16,7 5 0 16,1 8 1-16,4 8-1 15,-6 0 0-15,0 24 0 16,-8 8 0-16,-8 1 0 16,-10 4 0-16,-7-1 0 15,-2-2 2-15,-27 2-2 16,-9 2 0-16,-6 1 0 15,-1-7 0-15,11-7 0 16,10-8-2-16,15-11 0 16,9-6-8-16,0 0-157 15</inkml:trace>
  <inkml:trace contextRef="#ctx0" brushRef="#br1" timeOffset="95041.22">4098 6178 2026 0,'-125'-12'8'0,"-10"12"-4"16,-11 14 1-16,-5 34-4 15,4 28 0-15,9 23-1 16,22 19 2-16,31 24-2 0,32 20 0 15,41 16 0-15,12 13 0 16,45 4 0-16,18-6 0 16,10-14 0-16,10-34 0 15,17-34 0-15,20-37 0 16,20-40 0-16,14-30 0 16,13-32 0-16,0-46 0 15,-6-27 0-15,-12-21 0 16,-25-12-2-16,-20-6 2 15,-23-9 0-15,-25-12 0 16,-20-7 0-16,-29-14 0 16,-7-9 0-16,-45 6 0 15,-30 18 0-15,-26 28 0 16,-16 38 0-16,-16 45 0 0,-4 43 0 16,-6 24 0-16,1 57 2 15,3 36-2-15,19 29 0 16,24 23-2-16,29 22 2 15,32 17 0-15,20 0-9 16</inkml:trace>
  <inkml:trace contextRef="#ctx0" brushRef="#br1" timeOffset="95318">3797 8865 2041 0,'0'0'1'0,"0"0"0"0,128-162 1 16,-24 39-2-16,21-17 0 15,12-12 0-15,2-1 2 16,-12 4-2-16,-20 10 0 15,-27 14 0-15,-20 22-2 16,-24 26 2-16,-18 30-4 16,-18 27-11-16,0 20-1273 15</inkml:trace>
  <inkml:trace contextRef="#ctx0" brushRef="#br1" timeOffset="95514.3">4116 8859 2044 0,'0'0'1'0,"123"-133"-1"15,-28 27 0-15,12-13 0 16,5-6 0-16,-1 2 2 16,-9 1-2-16,-10 6 0 15,-21 1 0-15,-15 9-2 16,-12 2-7-16</inkml:trace>
  <inkml:trace contextRef="#ctx0" brushRef="#br1" timeOffset="96390.97">10052 1801 2009 0,'0'0'31'0,"0"0"-30"0,0 0 0 0,0 0 0 16,0 0-1-16,0 0 1 0,55 113 0 16,-33-39 1-16,-6 3-2 15,-3-3 0-15,0 0 0 16,-3-13 0-16,-2-9 0 16,-1-8 0-16,-3-8 0 15,-4-6-2-15,0-14-4 16,0-10-102-16</inkml:trace>
  <inkml:trace contextRef="#ctx0" brushRef="#br1" timeOffset="96651.99">10083 1889 2034 0,'0'0'6'16,"0"0"-4"-16,-12-113 0 15,39 89-2-15,15 12 1 16,10 8-1-16,4 4 0 15,-3 12 0-15,-4 20 0 16,-8 11 0-16,-13 11 2 16,-8 6-2-16,-11 5 0 15,-9 4 0-15,0-5 0 16,-7-1 0-16,-15-9 0 16,-6-10 0-16,-3-8 0 15,3-12 0-15,4-14 0 0,8-10-2 16,9 0-4-1,7-28-71-15</inkml:trace>
  <inkml:trace contextRef="#ctx0" brushRef="#br1" timeOffset="96879.31">10736 1819 2037 0,'0'0'6'16,"0"0"-5"-16,0 0 0 15,0 0-1-15,0 0 2 16,0 0-2-16,21 82 0 16,-5-31 0-16,3 4 0 15,-4-1 0-15,3-4 0 0,-3-6 0 16,-9-4 0-16,-1-8 0 16,-5-6 0-16,0-8-2 15,-11-13-7-15</inkml:trace>
  <inkml:trace contextRef="#ctx0" brushRef="#br1" timeOffset="97052.14">10651 1498 2027 0,'0'0'9'16,"0"0"-5"-16,0 0-1 15,0 0-2-15,0 0-1 16,0 0 0-16,-9-39 0 0,29 79 0 15,4 13 0 1,1 5-2-16,-3 1-15 0</inkml:trace>
  <inkml:trace contextRef="#ctx0" brushRef="#br1" timeOffset="97403.27">11141 1680 2036 0,'0'0'4'16,"0"0"-1"-16,0 0-1 0,0 0-2 15,0 0 2-15,0 0-2 16,-107 62 0-16,102-31 0 16,5-2 0-16,0 0 0 15,14-3 0-15,15-2 0 16,11 0 0-16,0-4 0 15,3-1 0-15,-3-6 0 16,-12-1 0-16,-5-2 0 16,-12 2 0-16,-9-1 0 15,-2 6 0-15,0 2 0 16,-27 2 0-16,-6-1 0 16,-3-4 0-16,1-2 0 15,2-2 0-15,4-6 0 0,4-1-2 16,9-5-3-1,7 0-81-15</inkml:trace>
  <inkml:trace contextRef="#ctx0" brushRef="#br1" timeOffset="97824.35">11590 1755 2042 0,'0'0'1'0,"0"0"-1"0,0 0 1 0,0 0-1 16,0 0 1-16,162 36 1 16,-54-58-2-16,15-7 0 15,124-29 0 1,-131 39 0-16,-16 0 0 16,-13 5 0-16,-18 4 0 15,-19 3 0-15,-19 0 0 16,-11 3 0-16,-13 4 0 0,-7 0 0 15,0 0 0 1,-7 0 0-16,-20 2-2 0,-10 8 0 16,-2-3-6-16,-1-2-76 15</inkml:trace>
  <inkml:trace contextRef="#ctx0" brushRef="#br1" timeOffset="98131.1">12388 1408 2034 0,'0'0'7'0,"0"0"-6"16,0 0 0-16,0 0 0 0,0 0 0 15,0 0-1-15,139 9 0 16,-81 0 2-16,0-2-2 16,-7 1 0-16,-9 3 0 15,-12 0 0-15,-11 8 0 16,-9 2 0-16,-10 14 0 15,0 1 0-15,-10 9 0 16,-15-1 0-16,-1 1 0 16,-5 2 0-16,4-1 0 15,0-5 0-15,3-2 0 16,3-9 0-16,6-10 0 16,9-7 0-16,-2-11 0 15,8-2-2-15,0 0-3 0</inkml:trace>
  <inkml:trace contextRef="#ctx0" brushRef="#br1" timeOffset="98768.1">13097 1369 2040 0,'0'0'1'0,"0"0"-1"16,0 0 2-16,0 0-1 0,-11 119 0 16,11-68-1-16,0 6 0 15,2 1 0-15,7-8 0 16,-2-3 2 0,-5-10-2-16,-2-12 0 0,0-10 0 15,0-9 0-15,0-6-2 16,0-3 2-16,0-23 0 15,0-15 0-15,-2-7 0 16,0-10 0-16,2-6 0 16,0-4 0-16,0 0 0 15,0 8 0-15,6 11 0 16,12 15 0-16,-2 15 2 16,3 12-2-16,2 7 0 15,6 2 0-15,-1 26 0 16,6 11 0-16,-3 4 0 0,-5 1 0 15,-2-3 0-15,-4-3 0 16,-5-6 0-16,-9-8 0 16,-1-8 0-16,-3-10 0 15,0-6-2-15,0 0 2 16,-7-28-1-16,1-8 0 16,6-13 1-16,0-4 0 15,0-3 0-15,0-1 0 16,2 9 1-16,12 11-1 15,3 7 1-15,3 17-1 16,3 9 0-16,3 4 0 16,5 4 0-16,5 22 0 0,0 10 2 15,-5 6-2-15,-2 4 0 16,-7-2 0-16,-4 3 0 16,-5-3 0-16,-4-4 0 15,-9-4-2-15,0-12 1 16,0-10-18-16</inkml:trace>
  <inkml:trace contextRef="#ctx0" brushRef="#br1" timeOffset="98993.93">13717 1108 2033 0,'0'0'7'0,"0"0"-4"0,0 0-2 0,0 0 0 15,0 0 1-15,44 131-2 0,-31-79 0 16,3 1 0-16,1-2 0 16,-1 2 0-16,3-3 0 15,0-4 0-15,-3-4 0 16,-7-9 0-16,-5-14 0 16,-4-11-4-16,0-8-30 15</inkml:trace>
  <inkml:trace contextRef="#ctx0" brushRef="#br1" timeOffset="99231.86">13763 1069 1964 0,'0'0'69'0,"0"0"-64"16,13-108-1-16,18 87-2 16,6 7-1-16,3 12-1 15,-1 2 0-15,-5 6 2 16,-7 21-2-16,-9 4 0 15,-16 7 0-15,-2 5 0 16,-16-1 0-16,-25 4 0 16,-12-1 0-16,-13-1 0 15,-1-2 0-15,3-15 0 16,16-13-2-16,19-14-1 16,19-4-15-16</inkml:trace>
  <inkml:trace contextRef="#ctx0" brushRef="#br1" timeOffset="99755.3">13782 527 1987 0,'-166'0'40'15,"-44"2"-36"-15,-39 36 1 16,-45 21-1-16,-36 10-2 16,-33 24-1-16,-34 17 0 0,-19 16-1 15,-5 21 1 1,11 15-1-16,22 24 0 0,38 29 0 16,37 26 2-16,57 23-2 15,90 11 0-15,92-16 0 16,86-20 0-16,119-42 0 15,87-42 0-15,75-48 0 16,58-57 0-16,64-50 0 16,42-30 0-16,17-72 0 15,-2-39 0-15,-23-30-2 16,-40-18 2-16,-39-10-1 16,-40-8 0-16,-41-9 1 15,-36-6 0-15,-28-12 0 16,-30-10 1-16,-32-5-1 15,-47-2 0-15,-62 12 0 0,-54 20 0 16,-92 48 0-16,-72 67 0 16,-62 66 0-16,-55 54 1 15,-48 74-1-15,-42 30 0 16,-7 18 0-16,20 3 0 16,59-7 0-16,69-17-2 15,53-17-36-15</inkml:trace>
  <inkml:trace contextRef="#ctx0" brushRef="#br1" timeOffset="104588.84">14928 10876 2023 0,'0'0'8'0,"0"0"-2"16,0 0-3-16,0 0-1 15,0 0-1-15,61-125 0 16,-50 98 0-16,-3-1-1 15,-2 6 0-15,-4 5 0 16,0 10 2-16,-2 7-2 16,0 0 0-16,0 0 0 0,0 0 0 15,4 0 0 1,7 22 0-16,7 13 0 0,7 14 0 16,-1 7 0-16,3 2 0 15,-3 0 0-15,-1-4 0 16,-6-4 0-16,-5-4 0 15,-6-6 0-15,-6-7 0 16,0-5 0-16,0-4 0 16,-10-6 0-16,-15-2 0 15,-6-4 0-15,-5-4 0 16,5-3 0-16,4-5 0 16,9 0 0-16,9 0 0 15,3 0 0-15,4 0 0 16,2 0 0-16,0-3 0 0,0-5 0 15,17-4 0 1,13-6 0-16,12-6 0 0,2-4 0 16,-2-4 0-16,3-2 0 15,-1-4-3-15,-8-2-10 16</inkml:trace>
  <inkml:trace contextRef="#ctx0" brushRef="#br1" timeOffset="104837.34">15581 10249 2033 0,'0'0'6'0,"0"0"-2"0,0 0-3 16,0 0 0 0,0 0-1-16,0 0 0 0,25 100 2 15,-14-36-2-15,-3 8 0 16,-4 2 0-16,-4 3 0 15,0-1 0-15,0-6 0 16,-12-9 0-16,-1-11 0 16,-1-15 0-16,-1-13 0 15,-1-15-4-15,-1-7-49 16</inkml:trace>
  <inkml:trace contextRef="#ctx0" brushRef="#br1" timeOffset="105023.06">15259 10374 2022 0,'0'0'12'16,"0"0"-6"-16,0 0-3 15,0 0-2-15,0 0 0 16,0 0-1-16,-13-6 0 16,39 33 0-16,1 10 0 15,2 10 0-15,4 5-1 16,5 3-1-16,-3 1-57 15</inkml:trace>
  <inkml:trace contextRef="#ctx0" brushRef="#br1" timeOffset="105220.19">15987 10882 1526 0,'0'0'515'0,"0"0"-513"16,0 0-1-16,0 0 0 15,0 0-1-15,0 0 0 16,0 0 0-16,0 0 0 16,0 0 0-16,0-12 0 15,0-7 0-15,0-8-6 16,6-4-148-16</inkml:trace>
  <inkml:trace contextRef="#ctx0" brushRef="#br1" timeOffset="105437.64">16379 10351 2040 0,'0'0'2'16,"0"0"-2"-16,0 0 2 15,0 0-1-15,0 0-1 16,121-54 0-16,-80 28 0 15,2-1 0-15,-7 4 0 16,-9 2 0-16,-6 9-1 16,-7 8-12-16</inkml:trace>
  <inkml:trace contextRef="#ctx0" brushRef="#br1" timeOffset="105608.11">16560 10535 2028 0,'0'0'9'15,"0"0"-6"-15,0 0 0 16,0 0-2-16,0 0 0 16,0 0-1-16,127-59 0 15,-85 32 0-15,-2-3 0 16,-2-2 0-16,-7 2-2 16,-2-1-17-16</inkml:trace>
  <inkml:trace contextRef="#ctx0" brushRef="#br1" timeOffset="106044.35">17192 9635 2039 0,'0'0'3'16,"0"0"-2"-16,0 0 0 15,0 0 0-15,0 0-1 16,0 0 0-16,33 146 0 15,-14-90 0-15,1 1 2 16,-1-2-2-16,2-10 0 16,3-2 0-16,-1-12 0 15,-1-11 0-15,0-15 0 16,1-5 0-16,-4-15-2 0,1-19 1 16,-1-10 0-16,-9-5 0 15,-5-1 1-15,-5-4 0 16,0-1 0-16,0-2 0 15,-9 11 1-15,3 12 0 16,0 18 0-16,4 9-1 16,2 7 2-16,0 13-2 15,0 21 0-15,8 12 0 16,5 4 0-16,-3 0 0 16,2 3 0-16,-1-3 0 15,-3 0 0-15,4-2 0 16,-3-4 0-16,0-8 0 0,-2-10 0 15,0-9-5-15,-1-17-385 16</inkml:trace>
  <inkml:trace contextRef="#ctx0" brushRef="#br1" timeOffset="106462.14">17636 9519 2034 0,'0'0'7'0,"0"0"-5"0,0 0 0 16,0 0-2-16,0 0 0 16,0 0 0-16,6 74 0 15,16-28 0-15,1-3 2 0,-1-1-2 16,3-6 0-16,-1-7 0 16,1-5 0-16,3-8 0 15,1-9 0-15,0-7 0 16,2 0 0-16,-2-23 0 15,-4-9-2-15,-4-6 1 16,-8-8 0-16,-9-4 0 16,-4-6 1-16,0 3 0 15,-7 3 1-15,-6 15-1 16,4 8 2-16,2 15 0 16,5 8-2-16,0 4 0 15,2 0 0-15,0 16 0 0,0 19 0 16,0 12 0-1,4 6 0-15,10 1 0 0,-2 0 0 16,2-2 0-16,0 1 0 16,-3-8 0-16,-2-2 0 15,-4-9-4-15,1-17-269 16</inkml:trace>
  <inkml:trace contextRef="#ctx0" brushRef="#br1" timeOffset="106972.3">18301 9186 2033 0,'0'0'7'0,"0"0"-3"0,0 0-3 16,0 0-1-16,0 0 2 0,0 0-2 15,-79 70 0-15,67-20 0 16,12-5 0-16,0-2 0 15,10-11 0-15,25-8 0 16,7-7 0-16,12-5 0 16,2-9 0-16,0 2 0 15,-8-4 0-15,-7 8 0 16,-13 2 0-16,-8 6 0 16,-11 7 0-16,-9 3 0 15,0 6 0-15,-11-1 0 16,-20 3 0-16,-4-2 0 0,-3-7 0 15,-1-8 0-15,10-9 0 16,5-9 0-16,11-5 0 16,8-26 0-16,5-13 0 15,0-13 0-15,0-13 0 16,7-6-2-16,4 0 2 16,-5 3 0-16,-6 9 0 15,0 10 0-15,-1 10 0 16,-22 12 0-16,-6 9 2 15,-4 11-2-15,-5 12 0 16,-5 0 0-16,1 23 0 16,0 16 0-16,4 16 0 15,12 5 0-15,8 2-2 16,11 2-1-16,3-1-120 16</inkml:trace>
  <inkml:trace contextRef="#ctx0" brushRef="#br1" timeOffset="107335.13">17447 10716 2039 0,'0'0'3'0,"0"0"-3"0,0 0 1 0,0 0 1 16,0 0-2-16,153-83 2 15,-28 7-2-15,21-10 0 16,20-4 0-16,3-3 0 16,-6 5 0-16,-19 8 0 15,-12 10 0-15,-21 16 0 16,-26 15 0-16,-25 16 0 15,-28 11 0-15,-24 9 0 16,-8 3 0-16,0 0 0 16,-27 25 0-16,-10 11-2 15,-15 8-1-15,-12 12-24 16</inkml:trace>
  <inkml:trace contextRef="#ctx0" brushRef="#br1" timeOffset="107812.89">17921 10976 2017 0,'0'0'23'16,"0"0"-22"-16,0 0 0 15,122-122 1-15,-55 75-1 16,-2 12-1-16,-12 12 0 15,-15 12 0-15,-13 11 2 0,-9 0-2 16,-8 24 0-16,-5 13 0 16,-3 1 0-16,0 1 0 15,0-1 0-15,-9-3 0 16,1-9 0-16,6-8 0 16,2-7 0-16,0-7 0 15,0-4 0-15,16 0 0 16,11 0 0-16,4 0 0 15,7 0 0-15,-5 0 0 16,1 0 0-16,-5 9 0 16,-11 5 0-16,-3 6 0 15,-8 5 0-15,-7 8 0 0,0 1 0 16,-24 4 0 0,-13 0 0-16,-2-4 0 0,-1-4 0 15,6-6 0-15,3-6 0 16,4-6 0-16,3-3 0 15,-1-8 0-15,8-1 0 16,1 0-2-16,6-5-2 16,7-18-307-16</inkml:trace>
  <inkml:trace contextRef="#ctx0" brushRef="#br1" timeOffset="108182.25">18692 10615 2041 0,'0'0'2'0,"0"0"-1"0,0 0 0 15,0 0-1-15,0 0 2 16,0 0-2-16,-109 135 0 16,93-92 0-16,10-10 0 15,6-8 0-15,0-8 0 16,22-11 0-16,18-6 0 15,10 0 0-15,11-4 0 16,1-8 0-16,-6 3 0 16,-7 4 0-16,-13 5 0 15,-11 0 0-15,-12 0 0 16,-9 12 0-16,-4 13 0 0,0 4 0 16,-12 7 0-16,-14 0 0 15,-7 1 0-15,-3-5 0 16,-2-8 0-16,0-6 0 15,0-8 0-15,5-8 0 16,2-2-2-16,0 0-4 16</inkml:trace>
  <inkml:trace contextRef="#ctx0" brushRef="#br1" timeOffset="108443.15">18540 10609 2041 0,'0'0'3'16,"0"0"-3"-16,131-103 1 16,-54 56 1-16,5 0-2 15,0-2 0-15,-6 3 0 16,-11 8 0-16,-18 8 0 16,-12 12 0-16,-13 8 0 15,-10 4 0-15,-8 6 0 16,-4-3 0-16,0 3 0 15,0 0 0-15,0 0 0 16,0 3 0-16,-9 13 0 16,-13 6-2-16,-7 0-5 15</inkml:trace>
  <inkml:trace contextRef="#ctx0" brushRef="#br1" timeOffset="110611.94">15316 13366 2035 0,'0'0'7'0,"0"0"-5"0,0 0-1 0,0 0 1 16,0 0-2-16,0 0 0 15,0 0 0-15,16 17 0 16,-3 47 0-16,-1 10 0 15,-2 5 0-15,-1-3 0 16,1-5 0-16,-4 0 0 16,-2-6 0-16,-1 0 0 15,-3-5 0-15,0-3 0 16,0-7 0-16,0-14-2 16,0-21-12-16</inkml:trace>
  <inkml:trace contextRef="#ctx0" brushRef="#br1" timeOffset="111277.35">15619 13531 2025 0,'0'0'9'0,"0"0"-4"15,0 0-1-15,0 0-2 16,0 0-2-16,0 0 2 15,-65-92-2-15,53 118 0 16,-5 18 0-16,5 6 0 16,7 9 0-16,5-5 0 15,0 0 0-15,0-10 0 16,17-6 0-16,8-7 0 0,2-12 0 16,2-9 0-16,2-10 0 15,-2-4 0-15,2-27 0 16,-4-12 0-16,-5-3 0 15,-6-4 0-15,-10-3 0 16,-6-1 0-16,0-2 0 16,0 0 0-16,0 2 0 15,-2 5 0-15,2 5 0 16,0 9 0-16,5 7 0 16,13 10 0-16,7 7 0 15,4 11 0-15,2 0 0 16,-3 17 0-16,1 19 0 0,-4 8 0 15,-5 6 0-15,0 2 0 16,-2-2 0-16,-2-6 0 16,-1-4 0-16,-1-13 0 15,1-12 0-15,3-8 0 16,4-7 0-16,0-13 0 16,1-17 0-16,-4-10 0 15,-1-4 0-15,-7-10 0 16,-3-2 0-16,-8-3 0 15,0 2 0-15,-19 3 0 16,-16 7 0-16,-5 11 0 16,-1 12 0-16,1 11 0 15,5 12 0-15,2 1 0 0,4 7 0 16,2 23 0-16,8 7 0 16,13 6 0-16,6 3 0 15,0-2 0-15,16-7-2 16,13-2-5-16,-1-11-776 15</inkml:trace>
  <inkml:trace contextRef="#ctx0" brushRef="#br1" timeOffset="111539.05">16524 12865 2035 0,'0'0'6'0,"0"0"-4"0,0 0 0 15,0 0 0-15,0 0-2 0,0 0 0 16,0-62 0-16,0 102 0 16,11 13 0-16,0 7 0 15,-4 4 0-15,-2 6 0 16,-5 0 0-16,0 4 0 16,0 1 0-16,0-1 0 15,-3-6 0-15,-8-11 0 16,-2-12 0-16,-1-12 0 15,3-16-5-15,-4-15-180 16</inkml:trace>
  <inkml:trace contextRef="#ctx0" brushRef="#br1" timeOffset="111719.74">16221 12869 2018 0,'0'0'20'16,"0"0"-17"-16,0 0 0 15,0 0-2-15,0 0-1 16,0 0 0-16,-47-76 0 16,69 106 0-16,12 12 0 15,-1 9 0-15,2 3-1 16,2 2-13-16</inkml:trace>
  <inkml:trace contextRef="#ctx0" brushRef="#br1" timeOffset="111921.19">16938 13316 2032 0,'0'0'9'16,"0"0"-8"-16,0 0 1 16,0 0-1-16,0 0-1 15,0 0 0-15,16-15 0 16,-14 15 0-16,-2-3 0 15,0-1 0-15,0-1-2 16,0-9-60-16</inkml:trace>
  <inkml:trace contextRef="#ctx0" brushRef="#br1" timeOffset="112147.66">17277 12727 1796 0,'0'0'246'0,"0"0"-246"16,0 0 1-16,0 0 1 15,0 0 0-15,0 0-2 16,125-46 0-16,-94 29 0 16,-7-2 0-16,-5 7 0 15,-4 0 0-15,-4 5 0 0,-4 2-3 16,-7 5-14-1</inkml:trace>
  <inkml:trace contextRef="#ctx0" brushRef="#br1" timeOffset="112319.01">17353 13018 2030 0,'0'0'5'0,"0"0"2"16,0 0-6-16,113-28 0 15,-80 6-1-15,-4-6 0 16,0 0 0-16,-2-1 0 16,-2-2-1-16,-5-3-17 15</inkml:trace>
  <inkml:trace contextRef="#ctx0" brushRef="#br1" timeOffset="112761.28">17934 12129 2040 0,'0'0'2'15,"0"0"-1"-15,0 0 0 16,0 0 0-16,0 0-1 16,0 0 2-16,0 160-2 15,14-99 0-15,1-3 0 16,7-4 0-16,3-8 0 0,2-11 0 15,0-13 0 1,2-12 0-16,0-10 0 0,2 0 0 16,-3-20 0-16,-1-13-2 15,-4-5 2-15,-7-3 0 16,-8-6 0-16,-6-5 0 16,-2-3 0-16,0-6 0 15,0 1 0-15,-13 11 0 16,2 16 2-16,4 12-2 15,4 18 0-15,3 3 0 16,0 13 0-16,0 30 0 16,0 12 0-16,0 12 0 0,8-1 0 15,0-2 0-15,4-7 0 16,-1-9 0 0,2-7 0-16,1-6 0 0,-4-9 0 15,0-8 0-15,-1-10-4 16</inkml:trace>
  <inkml:trace contextRef="#ctx0" brushRef="#br1" timeOffset="113175.09">18384 12008 2024 0,'0'0'16'0,"0"0"-13"0,0 0-1 0,0 0-2 16,0 0 0-1,0 0 2-15,11 83-2 0,9-33 0 16,1-1 0-16,0-3 0 16,4-10 0-16,0-6 0 15,2-8 0-15,0-12 0 16,2-10 0-16,-3 0 0 16,3-18 0-16,-5-15 0 15,-1-10 0-15,-7-1 0 16,-5-5-2-16,-9-1 2 15,-2 2 0-15,0 0 0 16,0 9 2-16,-9 10-2 16,0 12 0-16,4 12 0 15,3 5 0-15,0 0 0 16,-2 18 0-16,4 19 0 16,0 11 0-16,0 6 0 0,0 1 0 15,0 4 0-15,6-1 0 16,-2-7 0-16,4-1 0 15,-4-7 0-15,3-9-2 16,3-13-11-16</inkml:trace>
  <inkml:trace contextRef="#ctx0" brushRef="#br1" timeOffset="113691.24">19008 11628 2034 0,'0'0'6'0,"0"0"-2"0,0 0-3 0,0 0 1 15,0 0-2-15,0 0 0 16,-84 112 0-16,74-58 0 16,10-1 0-16,0-13 0 15,19-6 0-15,14-10 0 16,9-7 0-16,5-13 0 15,2 2 0-15,-2-3 0 16,-7 3 0-16,-7 2 0 16,-10 4 0-16,-5 6 0 15,-14 6 0-15,-4 8 0 16,0 8 0-16,-29 7 0 0,-9 0 0 16,-5-4 0-16,4-11 0 15,5-12 0-15,10-14 0 16,5-6 0-16,13-14 0 15,6-26 0-15,0-16 0 16,10-12 0-16,9-8 0 16,1-8 0-16,-7 1 0 15,-3 3 0-15,-8 8 0 16,-2 11 0-16,-2 18 0 16,-23 10 0-16,-6 16 0 15,-3 12 0-15,-6 5 0 16,-2 6 0-16,-2 20 0 15,1 8 0-15,5 6 0 0,8 4 0 16,9 4 0-16,3-2-4 16,4-3-107-16</inkml:trace>
  <inkml:trace contextRef="#ctx0" brushRef="#br1" timeOffset="114103.42">18077 13233 2039 0,'0'0'2'0,"0"0"-2"0,0 0 2 0,0 0-1 15,141-65 0-15,-66 27-1 16,14-14 2-16,13-10-2 16,17-14 0-16,3-5 0 15,5 0 0-15,-7 4 0 16,-8 13 0-16,-14 11 0 15,-21 16 0-15,-11 11 0 0,-26 12 0 16,-18 11 0-16,-16 3 0 16,-6 11 0-16,-4 21 0 15,-27 8 0-15,-12 6-2 16,-13 4-3-16,-17 8-128 16</inkml:trace>
  <inkml:trace contextRef="#ctx0" brushRef="#br1" timeOffset="114538.15">18540 13619 2017 0,'0'0'26'0,"0"0"-26"16,0 0 0-16,141-108 2 15,-74 58-2-15,6-2 0 16,-7 7 2-16,-12 8-2 15,-18 17 0-15,-16 20 0 16,-16 0 0-16,-4 34 0 16,-2 16 0-16,-25 10 0 15,-8 3 0-15,2-6 0 16,6-9 0-16,12-14 0 16,11-14 0-16,4-11 0 15,4-9 0-15,27 0 0 0,6-5 0 16,10-4 0-1,0-6 0-15,-3 12 0 0,-3 3 0 16,-8 0 0-16,-6 0 0 16,-10 14 0-16,-6 6 0 15,-6 4 0-15,-5 4 0 16,-7 4 0-16,-19 2 0 16,-13 0 0-16,0-4 0 15,1-5 0-15,-3-4 0 16,8-9 0-16,4-12 0 15,7 0-2-15,6-18-8 16</inkml:trace>
  <inkml:trace contextRef="#ctx0" brushRef="#br1" timeOffset="114913.06">19325 13064 2039 0,'0'0'5'0,"0"0"-5"0,0 0 3 0,0 0-3 0,0 0 0 16,0 0 0-16,-40 44 0 15,22 4 0-15,2 3 0 16,12-7 0-16,4-8 0 16,0-12 0-16,20-10 0 15,18-14 0-15,8 0 0 16,1-3 0-16,-3-8 0 0,-1 2 0 15,-9 9 0-15,-8 0 0 16,-6 0 0-16,-4 10 0 16,-10 12 0-16,-6 8 0 15,0 3 0-15,-4 5 0 16,-19-2 0-16,-3 1 0 16,-6-6 0-16,0-5 0 15,-4-4 0-15,0-9 0 16,3-10 0-16,2-3 0 15,2-6-4-15,2-30-72 16</inkml:trace>
  <inkml:trace contextRef="#ctx0" brushRef="#br1" timeOffset="115079.32">19292 12922 2043 0,'0'0'0'0,"0"0"0"15,0 0 1-15,0 0 0 16,142-85-1-16,-99 56 0 16,3-10 0-16,3-3-2 15,-5-8-20-15</inkml:trace>
  <inkml:trace contextRef="#ctx0" brushRef="#br1" timeOffset="115333.19">20073 11690 2033 0,'0'0'8'15,"0"0"-6"-15,0 0 0 16,0 0 0-16,0 0-2 16,0 0 0-16,-4 18 0 15,4 35 0-15,-4 12 0 16,2 12 0-16,-4 7 0 15,0 8 0-15,-3-2 0 16,3-1 0-16,-2-10 0 0,6-20 0 16,0-15 0-1,2-20-2-15,-2-20-10 0</inkml:trace>
  <inkml:trace contextRef="#ctx0" brushRef="#br1" timeOffset="115552.08">19861 11897 2023 0,'0'0'19'0,"0"0"-18"15,0 0 0-15,0 0 0 16,0 0 1-16,0 0-2 16,152 78 0-16,-106-41 0 15,-1-2 0-15,0 4 0 16,0-7 0-16,-1-4 0 0,-1-5 0 15,-8-6 0-15,-4-9-2 16,-8-6-7-16</inkml:trace>
  <inkml:trace contextRef="#ctx0" brushRef="#br1" timeOffset="115785.28">20432 11383 2039 0,'0'0'3'16,"0"0"-1"-16,0 0 1 16,0 0-3-16,0 0 0 0,0 0 0 15,22-18 0 1,3 79 0-16,-1 7 0 0,-1 6 0 16,-2 2 0-16,2-3 0 15,-3-9 0-15,-2-6 0 16,0-8 0-16,-4-6 0 15,-3-13-5-15</inkml:trace>
  <inkml:trace contextRef="#ctx0" brushRef="#br1" timeOffset="116399.43">20884 11339 2033 0,'0'0'6'0,"0"0"-2"0,0 0-2 16,0 0 0-16,0 0-2 16,0 0 0-16,-131-10 0 15,110 50 0-15,7 9 0 16,11 7 0-16,3 4 0 16,2-4 0-16,21-6 0 15,8-14 0-15,2-12 0 16,5-12 0-16,0-12 0 15,-3 0 0-15,-4-22 0 16,-6-10-2-16,-5-4 2 16,-9 1-1-16,-6-8 1 15,-5-1 0-15,0-9 0 0,0-4 0 16,0-1 0 0,9 1 0-16,8 11 1 0,6 14-1 15,2 11 2-15,-2 14-2 16,4 7 0-16,0 0 0 15,-2 10 0-15,0 14 0 16,-4 8 0-16,-5 4 0 16,2 0 0-16,-2 3 0 15,-4-7 0-15,5-4 0 16,-1-11 0-16,3-6 0 16,6-11 0-16,2 0 0 15,2-8 0-15,2-17 0 16,-2-4 0-16,-4-10 0 0,-8-2 0 15,-9-10 0-15,-8-3 0 16,-2-2 0-16,-21 6 0 16,-10 8 0-16,-4 11 0 15,-1 16 0-15,-6 12 0 16,1 3 0-16,1 3 0 16,-3 21 0-16,3 7 0 15,0 8 0-15,-1 0 0 16,1 6 0-16,-3-4-6 15</inkml:trace>
  <inkml:trace contextRef="#ctx0" brushRef="#br1" timeOffset="117990.1">19699 12637 2025 0,'0'0'13'0,"0"0"-10"0,0 0-2 0,0 0 0 16,0 0 0-16,-122 152-1 16,68-65 1-16,-2 9-1 15,-4 16 2-15,-10 15-2 16,-4 11 0-16,-9 8 0 16,-4 3 0-16,2-7 0 15,12-10 0-15,13-16 0 16,15-19 0-16,14-20 0 15,9-24 0-15,8-17 0 16,3-18 0-16,2-8 0 16,3-3 0-16,-2-2 0 0,4-3 0 15,0 0 0-15,-1-2 0 16,5 0 0-16,0 0-3 16,0-14-9-16</inkml:trace>
  <inkml:trace contextRef="#ctx0" brushRef="#br1" timeOffset="118520.11">19911 13722 2024 0,'0'0'11'0,"0"0"-5"0,0 0-3 16,0 0-2-16,0 0 1 15,0 0-2-15,-41 40 0 16,20-2 0-16,2 1 0 0,11 0 0 16,8-1 0-1,0-4 0-15,27-7 0 0,15-11 0 16,13-7 0 0,14-4 0-16,4-4 0 0,-5 3 0 15,-11 5 0-15,-16-2 0 16,-14 8 0-16,-12-1 0 15,-11 6 0-15,-4 8 0 16,-4 2 0-16,-27 4 0 16,-11 0 0-16,-6-4 0 15,2-4 0-15,-3-6 0 16,7-10 0-16,4-2 0 16,7-8 0-16,2 0 0 15,9 0 0-15,6-22 0 16,7-12-4-16,7-14-28 0</inkml:trace>
  <inkml:trace contextRef="#ctx0" brushRef="#br1" timeOffset="118865.4">19955 13684 2039 0,'0'0'2'0,"0"0"0"0,0 0 0 16,0 0-2-16,0 0 2 0,0 0-2 15,129-58 0-15,-71 19 0 16,7-9 0-16,3-2 0 16,2 0 0-16,-12 6 0 15,-9 8 0-15,-14 8 0 16,-12 8 0-16,-7 6 0 15,-10 4 0-15,-1 3 0 16,-3 4 0-16,0-2 0 16,-2 4 0-16,0 1 0 15,0 0 0-15,0 0 0 16,0 0-2-16,0 4 0 16,-9 5-15-16</inkml:trace>
  <inkml:trace contextRef="#ctx0" brushRef="#br1" timeOffset="121408.69">17260 11597 1863 0,'0'0'130'0,"0"0"-105"0,0 0-11 0,0 0-8 16,0 0-3-16,0 0-1 15,0 0-1-15,-68-50-1 16,53 50 0-16,-2 0 1 15,-2 7-1-15,-1 13 0 16,2 6 0-16,0 11 0 16,0 4 2-16,7 7-2 15,1 4 0-15,2 1 0 16,4-3 0-16,2-2 0 16,2-5 0-16,0 1 0 15,0-1 0-15,14-2 0 16,1-4 0-16,5-2 0 15,2-5 0-15,2-6 0 0,3-4 0 16,2-10 0-16,2-6 0 16,5-4 0-16,-1 0 0 15,2-14 0-15,-6-12 0 16,-5 0 0-16,-10 1 0 16,-9 3 0-16,-7 3 0 15,0 0 0-15,-3 3 0 16,-17 1 0-16,-4 2 0 15,-3 4 0-15,-2 2 0 16,0 7 0-16,0 0 0 16,-2 3 0-16,4 14 0 15,0 5 0-15,10 1 0 0,3-1 0 16,6-2 0-16,0-3 0 16,7 0 0-16,1-7 0 15,0-2 0-15,0-4 0 16,0-4-3-16,11 0-6 15,7 0-336-15</inkml:trace>
  <inkml:trace contextRef="#ctx0" brushRef="#br1" timeOffset="122315.18">17479 11442 2002 0,'0'0'23'0,"0"0"-16"0,0 0-2 15,0 0-2-15,0 0-2 0,0 0-1 16,-3 54 1-16,6-16 0 16,4 4 0-16,2 2-1 15,3 3 1-15,-1-3-1 16,1-4 0-16,3-8 0 16,0-6 0-16,5-10 0 15,0-10 0-15,4-6 0 16,3 0 0-16,0-15 0 15,-2-12 0-15,-5-5 0 16,-3-3 0-16,-5-4 0 16,-6 0 0-16,-6 1 0 0,0 4 0 15,0 2 2-15,0 2-2 16,-9 9 0 0,5 8 0-16,1 5 0 0,3 8 0 15,0 0 0-15,0 0 0 16,0 0 0-16,0 25 0 15,12 12 0-15,3 13 0 16,1 4 0-16,-1 6 0 16,-1-1 0-16,-1-3 0 15,2-6 0-15,2-8 0 16,-1-4 0-16,-3-8 0 16,-3-8 0-16,2-5 0 15,-5-6 0-15,-3-2 0 16,-2-6 0-16,-2-1 0 0,0 0 0 15,0-2 0-15,0 0 0 16,0 0-2-16,0 0-3 16,-9 0-425-16</inkml:trace>
  <inkml:trace contextRef="#ctx0" brushRef="#br1" timeOffset="122923">19315 11259 2024 0,'0'0'10'0,"0"0"-6"0,0 0-2 0,0 0 0 0,0 0-1 15,0 0 0-15,-42 120 0 16,7-49 1-16,-8 19-2 16,-5 14 0-16,-8 13 0 15,-2 7 0-15,-5 6 0 16,-14 13 0-16,-12 1 0 15,-15-2 0-15,0-9 0 16,11-21 0-16,19-18 0 16,21-21 0-16,19-23 0 15,14-19 0-15,11-15 0 0,7-10 0 16,2-6 0-16,0 0 0 16,0 3 0-16,0-3 0 15,0 0 0-15,0 0 0 16,0 0 0-16,4 0 0 15,19 0 0-15,3-18-4 16,1-8-64-16</inkml:trace>
  <inkml:trace contextRef="#ctx0" brushRef="#br1" timeOffset="123755.41">20958 12799 2029 0,'0'0'9'0,"0"0"-5"0,0 0-2 0,0 0-2 0,-107 173 1 15,69-51 1-15,-2 18-2 16,-7 11 0-16,-11 11 0 16,-11 0 0-16,-9 1 0 15,-16-1 0-15,-11-1 0 16,-4-9 0-16,-4-13 0 15,10-19 0-15,19-22 0 16,22-19 0-16,17-29 0 16,25-22 0-16,11-21 0 15,9-7 0-15,0-17 0 16,11-19 0-16,18-7 0 16,7 1 0-16,2 6 0 15,-3 0-5-15,-2-2-44 0</inkml:trace>
  <inkml:trace contextRef="#ctx0" brushRef="#br1" timeOffset="125922.07">20403 10475 2013 0,'0'0'11'0,"0"0"-6"0,0 0 0 16,0 0-3-16,0 0-1 16,0 0 1-16,-38-1-2 0,38 1 2 15,0 0 0-15,0-3-1 16,2-17 0-16,18-6-1 15,7-6 0-15,2 7 0 16,0 2 0-16,-2 10 0 16,-2 12 0-16,-2 1 0 15,2 28 0-15,-2 25 0 16,-6 11 0-16,-10 13 0 16,-7 3 0-16,0-1 2 15,-22-2-2-15,-9-8 0 16,0-6 0-16,2-16 0 15,6-16 0-15,12-18 0 0,5-8 0 16,6-5 0-16,0 0 0 16,0-10 0-16,17-16 0 15,12-9 0-15,9 1 0 16,0 3 0-16,-2 1 0 16,-5 5 0-16,-4 0 0 15,-3 4 0-15,-2-2 0 16,1 4 0-16,-3-1 0 15,4-4 0-15,-2-4-4 16,1-9-26-16</inkml:trace>
  <inkml:trace contextRef="#ctx0" brushRef="#br1" timeOffset="126335.18">21000 10175 1994 0,'0'0'38'0,"0"0"-31"0,0 0-3 15,0 0-2-15,0 0-2 16,0 0 2-16,-13-21-2 16,4 39 0-16,-2 14 0 15,-5 13 0-15,3 3 0 16,6-2 0-16,5 0 0 16,2-9 0-16,0-1 0 15,15-7 0-15,14-5 0 16,7-8 0-16,4-10 0 15,0-6 0-15,-4 0 0 16,-3-18 0-16,-4-6 0 0,-6-6 0 16,-4-3 0-16,-7 0 0 15,-8-5 0-15,-4 1 0 16,0-6 0-16,-2 0 0 16,-18 5 0-16,-2 5 0 15,0 9 0-15,-5 7 0 16,0 8 0-16,-2 9 0 15,-5 0 0-15,-1 20 0 16,-1 11 0-16,7 9 0 16,11 5 0-16,10 3 0 0,5-2-3 15,3-6-27 1</inkml:trace>
  <inkml:trace contextRef="#ctx0" brushRef="#br1" timeOffset="127429.29">18509 16262 2036 0,'0'0'7'0,"0"0"-6"0,0 0-1 0,0 0 1 15,0 0 1-15,0 0-2 16,9 0 0-16,34-12 0 16,17-15 0-16,6-10 0 15,-1 1 0-15,-9-4 0 16,-12 6 0-16,-11 6 0 15,-10 2 0-15,-7 3 0 16,-10 10-3-16,-3 0-6 16</inkml:trace>
  <inkml:trace contextRef="#ctx0" brushRef="#br1" timeOffset="127662.91">18721 16583 2025 0,'0'0'15'16,"0"0"-14"-16,0 0 1 15,0 0-1-15,0 0 0 16,0 0-1-16,172-94 2 16,-115 50-2-16,3 0 0 15,-4 4 0-15,-5 3 0 16,-6 3 0-16,-7 11-2 0,-4-4-5 15,-5 1-265 1</inkml:trace>
  <inkml:trace contextRef="#ctx0" brushRef="#br1" timeOffset="129244.91">19948 15424 2032 0,'0'0'7'0,"0"0"-4"0,0 0-1 15,0 0-2-15,0 0 0 16,0 0 0-16,21 133 1 0,1-61-1 15,0 3 2 1,-7-4-2-16,1-7 0 0,-5-5 0 16,-1-8 0-16,-4-7 0 15,1-7 0-15,-1-5 0 16,2-10 0-16,-4-4 0 16,4-10-2-16,3-8-5 15</inkml:trace>
  <inkml:trace contextRef="#ctx0" brushRef="#br1" timeOffset="129695.2">20247 15477 2025 0,'0'0'11'0,"0"0"-7"16,0 0-1-16,0 0-1 15,0 0-2-15,9-107 0 16,18 87 2-16,6 3-2 16,5 0 0-16,2 9 0 15,3 8 0-15,-6 0 0 16,-4 16 0-16,-3 20 0 16,-10 6 0-16,-5 10 0 15,-11 1 0-15,-4 6 0 16,0 2 0-16,-10-1 0 15,-11-2 0-15,2-5 0 0,3-14 0 16,5-7 0 0,5-18 0-16,2-5 0 0,4-9 0 15,0 0 0-15,14-5 0 16,20-23 0-16,10-6 0 16,3-2 0-16,-7 1 0 15,-9 4 0-15,-4 3 0 16,-7 6 0-16,-7 8 0 15,-1-4 0-15,-6 10 0 16,1-4 0-16,-5 2 0 16,-2-4-4-16,2-4-59 15</inkml:trace>
  <inkml:trace contextRef="#ctx0" brushRef="#br1" timeOffset="130258.45">21075 14905 2006 0,'0'0'23'0,"0"0"-14"0,0 0-6 16,0 0 0-16,-144-12-3 16,111 41 1-16,2 7-1 15,4 10 0-15,9-1 2 16,11 3-2-16,7 1 0 15,0-9 0-15,21-8 0 16,14-7 0-16,7-6 0 0,10-9 0 16,-1-2 0-16,-1-1 0 15,-2 8 0-15,-8-1 0 16,-9 11 0-16,-6 4 0 16,-10 3 0-16,-8 6 0 15,-7-1 0-15,0 2 0 16,-9 2 0-16,-20-1 0 15,-5-10 0-15,1-6 0 16,2-7 0-16,6-12 0 16,6-5 0-16,5 0 0 0,7-28 0 15,7-19 0 1,0-13 0-16,0-14 0 16,16-6 0-16,-3-6 0 15,-2-4 0-15,-7 5 0 16,-4 9 0-16,0 10 0 0,-13 14 0 15,-16 11 0-15,-2 18 0 16,-2 10 0-16,-5 13 0 16,1 0 0-16,-2 19 0 15,3 19 0-15,7 2 0 16,10 8 0-16,5 2 0 16,12 5 0-16,2-8-2 15,0-6-1-15,19-9-41 16</inkml:trace>
  <inkml:trace contextRef="#ctx0" brushRef="#br1" timeOffset="130691.3">21602 14740 2026 0,'0'0'12'0,"0"0"-7"0,0 0-3 15,0 0 0-15,-118-68-2 16,93 79 0-16,0 24 0 16,3 18 0-16,5 6 0 15,6 20 0-15,11 1 0 16,0-3 0-16,6-2 0 16,21-12 0-16,9-15 0 0,6-14 0 15,5-16 0-15,6-16 0 16,3-2 0-16,-1-16 0 15,1-20 0-15,-3-13 0 16,-4-4 0-16,-3-10 0 16,-11-5 0-16,-13-2 0 15,-17 0 0-15,-5 5 0 16,-25 3 0-16,-22 2 0 16,-11 6 0-16,-9 10 0 15,-8 22 0-15,-12 18 0 16,-9 8 0-16,-2 36 0 15,11 18 0-15,21 9 0 16,25 6 0-16,19 12 0 0,13 3-2 16,2-7-5-16</inkml:trace>
  <inkml:trace contextRef="#ctx0" brushRef="#br1" timeOffset="131178.68">21989 14008 2018 0,'-137'-25'21'0,"-38"25"-19"0,-22 25 1 0,-33 54-2 15,-26 37-1-15,-20 42 2 16,-10 41-2-16,-2 48 0 15,14 39 0-15,31 39 0 16,45 13 0-16,57-1 0 16,73-12 0-16,68-30 0 15,47-44 0-15,86-60 0 16,52-79 0-16,47-68-2 16,37-44 2-16,24-76 0 15,4-44 0-15,-6-37 0 16,-13-33 0-16,-10-17 0 15,-14-3 0-15,-11 1 0 0,-27 3 0 16,-29-9 0 0,-40-4 0-16,-40-21 0 0,-47-1 0 15,-54 9 0-15,-27 17 0 16,-80 46 0-16,-51 43 0 16,-44 42 0-16,-33 53 0 15,-23 31 0-15,-8 67 0 16,-4 51 0-16,16 35 0 15,28 45 0-15,33 35 0 16,36 21-3-16,35 13-27 16</inkml:trace>
  <inkml:trace contextRef="#ctx0" brushRef="#br1" timeOffset="131488.03">19305 18777 2035 0,'0'0'8'0,"95"-160"-8"15,10-1 0-15,48-41 2 16,57-29 0-16,58-19-2 15,41-11 0-15,26-20 0 16,10-10 0-16,-15 6 0 0,-37 31 0 16,-46 43 0-16,-72 57 0 15,-75 49 0-15,-63 35-2 16,-37 38 0-16,-37 28-6 16,-38 8-13-16</inkml:trace>
  <inkml:trace contextRef="#ctx0" brushRef="#br1" timeOffset="132978.81">18333 17726 1962 0,'0'0'62'0,"-55"122"-59"0,45-47 1 0,10-11 2 16,0-8-3-16,25-20-1 16,15-17-1-16,16-19 0 15,31-44 0-15,30-59 1 16,44-46-2-16,38-33 0 16,24-23 0-16,20 2 0 15,2 8 0-15,-16 8 0 16,-24 34 0-16,-49 37 0 0,-54 40 0 15,-46 36 0 1,-33 24 0-16,-23 16 0 0,0 2 0 16,-21 34 0-16,-23 18 0 15,-18 12-2-15,-15 6 1 16,-3 5-5-16,-8-5-36 16</inkml:trace>
  <inkml:trace contextRef="#ctx0" brushRef="#br1" timeOffset="133339.45">18139 18165 1746 0,'0'0'282'15,"0"0"-279"-15,-25 116 1 16,39-77 2-16,22-16-4 15,15-14-1-15,18-9 0 16,27-36 1-16,29-44-2 16,31-27 0-16,28-23 0 15,26-21 0-15,13-11 0 16,20-11 0-16,13-7 0 16,7-2 0-16,-7 4 0 15,-31 7 0-15,-40 28 0 16,-45 27 0-16,-44 32 0 15,-36 34 0-15,-29 24 0 0,-22 14 0 16,-9 9 0 0,0 3 0-16,0 0 0 0,0 0 0 15,0 0-2-15,-17 0-6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9866289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22ce9e19c1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22ce9e19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2ce9e19c1_1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2ce9e19c1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2ce9e19c1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2ce9e19c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2ce9e19c1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2ce9e19c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24"/>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5"/>
          <p:cNvSpPr txBox="1">
            <a:spLocks noGrp="1"/>
          </p:cNvSpPr>
          <p:nvPr>
            <p:ph type="ctrTitle"/>
          </p:nvPr>
        </p:nvSpPr>
        <p:spPr>
          <a:xfrm>
            <a:off x="685800" y="2130431"/>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20" name="Google Shape;20;p25"/>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5"/>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5"/>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6"/>
          <p:cNvSpPr txBox="1">
            <a:spLocks noGrp="1"/>
          </p:cNvSpPr>
          <p:nvPr>
            <p:ph type="title"/>
          </p:nvPr>
        </p:nvSpPr>
        <p:spPr>
          <a:xfrm>
            <a:off x="722313" y="4406906"/>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270"/>
              </a:spcBef>
              <a:spcAft>
                <a:spcPts val="0"/>
              </a:spcAft>
              <a:buClr>
                <a:srgbClr val="888888"/>
              </a:buClr>
              <a:buSzPts val="1350"/>
              <a:buNone/>
              <a:defRPr sz="1350">
                <a:solidFill>
                  <a:srgbClr val="888888"/>
                </a:solidFill>
              </a:defRPr>
            </a:lvl2pPr>
            <a:lvl3pPr marL="1371600" lvl="2" indent="-228600" algn="l">
              <a:spcBef>
                <a:spcPts val="240"/>
              </a:spcBef>
              <a:spcAft>
                <a:spcPts val="0"/>
              </a:spcAft>
              <a:buClr>
                <a:srgbClr val="888888"/>
              </a:buClr>
              <a:buSzPts val="1200"/>
              <a:buNone/>
              <a:defRPr sz="1200">
                <a:solidFill>
                  <a:srgbClr val="888888"/>
                </a:solidFill>
              </a:defRPr>
            </a:lvl3pPr>
            <a:lvl4pPr marL="1828800" lvl="3" indent="-228600" algn="l">
              <a:spcBef>
                <a:spcPts val="210"/>
              </a:spcBef>
              <a:spcAft>
                <a:spcPts val="0"/>
              </a:spcAft>
              <a:buClr>
                <a:srgbClr val="888888"/>
              </a:buClr>
              <a:buSzPts val="1050"/>
              <a:buNone/>
              <a:defRPr sz="1050">
                <a:solidFill>
                  <a:srgbClr val="888888"/>
                </a:solidFill>
              </a:defRPr>
            </a:lvl4pPr>
            <a:lvl5pPr marL="2286000" lvl="4" indent="-228600" algn="l">
              <a:spcBef>
                <a:spcPts val="210"/>
              </a:spcBef>
              <a:spcAft>
                <a:spcPts val="0"/>
              </a:spcAft>
              <a:buClr>
                <a:srgbClr val="888888"/>
              </a:buClr>
              <a:buSzPts val="1050"/>
              <a:buNone/>
              <a:defRPr sz="1050">
                <a:solidFill>
                  <a:srgbClr val="888888"/>
                </a:solidFill>
              </a:defRPr>
            </a:lvl5pPr>
            <a:lvl6pPr marL="2743200" lvl="5" indent="-228600" algn="l">
              <a:spcBef>
                <a:spcPts val="210"/>
              </a:spcBef>
              <a:spcAft>
                <a:spcPts val="0"/>
              </a:spcAft>
              <a:buClr>
                <a:srgbClr val="888888"/>
              </a:buClr>
              <a:buSzPts val="1050"/>
              <a:buNone/>
              <a:defRPr sz="1050">
                <a:solidFill>
                  <a:srgbClr val="888888"/>
                </a:solidFill>
              </a:defRPr>
            </a:lvl6pPr>
            <a:lvl7pPr marL="3200400" lvl="6" indent="-228600" algn="l">
              <a:spcBef>
                <a:spcPts val="210"/>
              </a:spcBef>
              <a:spcAft>
                <a:spcPts val="0"/>
              </a:spcAft>
              <a:buClr>
                <a:srgbClr val="888888"/>
              </a:buClr>
              <a:buSzPts val="1050"/>
              <a:buNone/>
              <a:defRPr sz="1050">
                <a:solidFill>
                  <a:srgbClr val="888888"/>
                </a:solidFill>
              </a:defRPr>
            </a:lvl7pPr>
            <a:lvl8pPr marL="3657600" lvl="7" indent="-228600" algn="l">
              <a:spcBef>
                <a:spcPts val="210"/>
              </a:spcBef>
              <a:spcAft>
                <a:spcPts val="0"/>
              </a:spcAft>
              <a:buClr>
                <a:srgbClr val="888888"/>
              </a:buClr>
              <a:buSzPts val="1050"/>
              <a:buNone/>
              <a:defRPr sz="1050">
                <a:solidFill>
                  <a:srgbClr val="888888"/>
                </a:solidFill>
              </a:defRPr>
            </a:lvl8pPr>
            <a:lvl9pPr marL="4114800" lvl="8" indent="-228600" algn="l">
              <a:spcBef>
                <a:spcPts val="210"/>
              </a:spcBef>
              <a:spcAft>
                <a:spcPts val="0"/>
              </a:spcAft>
              <a:buClr>
                <a:srgbClr val="888888"/>
              </a:buClr>
              <a:buSzPts val="1050"/>
              <a:buNone/>
              <a:defRPr sz="1050">
                <a:solidFill>
                  <a:srgbClr val="888888"/>
                </a:solidFill>
              </a:defRPr>
            </a:lvl9pPr>
          </a:lstStyle>
          <a:p>
            <a:endParaRPr/>
          </a:p>
        </p:txBody>
      </p:sp>
      <p:sp>
        <p:nvSpPr>
          <p:cNvPr id="26" name="Google Shape;26;p26"/>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6"/>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6"/>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7"/>
          <p:cNvSpPr txBox="1">
            <a:spLocks noGrp="1"/>
          </p:cNvSpPr>
          <p:nvPr>
            <p:ph type="body" idx="1"/>
          </p:nvPr>
        </p:nvSpPr>
        <p:spPr>
          <a:xfrm>
            <a:off x="609600" y="1600206"/>
            <a:ext cx="54102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2" name="Google Shape;32;p27"/>
          <p:cNvSpPr txBox="1">
            <a:spLocks noGrp="1"/>
          </p:cNvSpPr>
          <p:nvPr>
            <p:ph type="body" idx="2"/>
          </p:nvPr>
        </p:nvSpPr>
        <p:spPr>
          <a:xfrm>
            <a:off x="6172200" y="1600206"/>
            <a:ext cx="54102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3" name="Google Shape;33;p27"/>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7"/>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7"/>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39" name="Google Shape;39;p2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0" name="Google Shape;40;p28"/>
          <p:cNvSpPr txBox="1">
            <a:spLocks noGrp="1"/>
          </p:cNvSpPr>
          <p:nvPr>
            <p:ph type="body" idx="3"/>
          </p:nvPr>
        </p:nvSpPr>
        <p:spPr>
          <a:xfrm>
            <a:off x="4645028"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1" name="Google Shape;41;p28"/>
          <p:cNvSpPr txBox="1">
            <a:spLocks noGrp="1"/>
          </p:cNvSpPr>
          <p:nvPr>
            <p:ph type="body" idx="4"/>
          </p:nvPr>
        </p:nvSpPr>
        <p:spPr>
          <a:xfrm>
            <a:off x="4645028" y="2174875"/>
            <a:ext cx="4041775"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2" name="Google Shape;42;p28"/>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9"/>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9"/>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0"/>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457202"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3575050" y="273056"/>
            <a:ext cx="5111750" cy="585311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61950" algn="l">
              <a:spcBef>
                <a:spcPts val="420"/>
              </a:spcBef>
              <a:spcAft>
                <a:spcPts val="0"/>
              </a:spcAft>
              <a:buClr>
                <a:schemeClr val="dk1"/>
              </a:buClr>
              <a:buSzPts val="2100"/>
              <a:buChar char="–"/>
              <a:defRPr sz="2100"/>
            </a:lvl2pPr>
            <a:lvl3pPr marL="1371600" lvl="2" indent="-342900" algn="l">
              <a:spcBef>
                <a:spcPts val="36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57" name="Google Shape;57;p31"/>
          <p:cNvSpPr txBox="1">
            <a:spLocks noGrp="1"/>
          </p:cNvSpPr>
          <p:nvPr>
            <p:ph type="body" idx="2"/>
          </p:nvPr>
        </p:nvSpPr>
        <p:spPr>
          <a:xfrm>
            <a:off x="457202" y="1435103"/>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58" name="Google Shape;58;p31"/>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2"/>
          <p:cNvSpPr>
            <a:spLocks noGrp="1"/>
          </p:cNvSpPr>
          <p:nvPr>
            <p:ph type="pic" idx="2"/>
          </p:nvPr>
        </p:nvSpPr>
        <p:spPr>
          <a:xfrm>
            <a:off x="1792288" y="612775"/>
            <a:ext cx="5486400" cy="4114800"/>
          </a:xfrm>
          <a:prstGeom prst="rect">
            <a:avLst/>
          </a:prstGeom>
          <a:noFill/>
          <a:ln>
            <a:noFill/>
          </a:ln>
        </p:spPr>
      </p:sp>
      <p:sp>
        <p:nvSpPr>
          <p:cNvPr id="64" name="Google Shape;64;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65" name="Google Shape;65;p32"/>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2309019" y="-251612"/>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7285038" y="1828806"/>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1722438" y="-838194"/>
            <a:ext cx="5851525" cy="80772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3"/>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2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8" name="Google Shape;8;p23"/>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3"/>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3"/>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9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9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9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9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9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9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9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5401" y="0"/>
            <a:ext cx="9169401" cy="865187"/>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250257" y="1310206"/>
            <a:ext cx="8643486"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600" b="1" i="0" u="none" strike="noStrike" cap="none">
                <a:solidFill>
                  <a:srgbClr val="17365D"/>
                </a:solidFill>
                <a:latin typeface="Arial"/>
                <a:ea typeface="Arial"/>
                <a:cs typeface="Arial"/>
                <a:sym typeface="Arial"/>
              </a:rPr>
              <a:t>Profit and Loss</a:t>
            </a:r>
            <a:endParaRPr sz="6600" b="1">
              <a:solidFill>
                <a:srgbClr val="17365D"/>
              </a:solidFill>
              <a:latin typeface="Arial"/>
              <a:ea typeface="Arial"/>
              <a:cs typeface="Arial"/>
              <a:sym typeface="Arial"/>
            </a:endParaRPr>
          </a:p>
        </p:txBody>
      </p:sp>
      <p:pic>
        <p:nvPicPr>
          <p:cNvPr id="85" name="Google Shape;85;p1"/>
          <p:cNvPicPr preferRelativeResize="0">
            <a:picLocks noGrp="1"/>
          </p:cNvPicPr>
          <p:nvPr>
            <p:ph type="body" idx="1"/>
          </p:nvPr>
        </p:nvPicPr>
        <p:blipFill rotWithShape="1">
          <a:blip r:embed="rId3">
            <a:alphaModFix/>
          </a:blip>
          <a:srcRect/>
          <a:stretch/>
        </p:blipFill>
        <p:spPr>
          <a:xfrm>
            <a:off x="569094" y="2662321"/>
            <a:ext cx="7816081" cy="4068679"/>
          </a:xfrm>
          <a:prstGeom prst="rect">
            <a:avLst/>
          </a:prstGeom>
          <a:noFill/>
          <a:ln>
            <a:noFill/>
          </a:ln>
        </p:spPr>
      </p:pic>
      <p:sp>
        <p:nvSpPr>
          <p:cNvPr id="86" name="Google Shape;86;p1"/>
          <p:cNvSpPr txBox="1"/>
          <p:nvPr/>
        </p:nvSpPr>
        <p:spPr>
          <a:xfrm>
            <a:off x="466725" y="530860"/>
            <a:ext cx="4008755" cy="7791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000">
                <a:solidFill>
                  <a:schemeClr val="dk1"/>
                </a:solidFill>
                <a:latin typeface="Times New Roman"/>
                <a:ea typeface="Times New Roman"/>
                <a:cs typeface="Times New Roman"/>
                <a:sym typeface="Times New Roman"/>
              </a:rPr>
              <a:t>Lecture: 8</a:t>
            </a:r>
            <a:endParaRPr sz="4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400">
                <a:latin typeface="Times New Roman"/>
                <a:ea typeface="Times New Roman"/>
                <a:cs typeface="Times New Roman"/>
                <a:sym typeface="Times New Roman"/>
              </a:rPr>
              <a:t>Contains:</a:t>
            </a:r>
            <a:endParaRPr sz="4400">
              <a:latin typeface="Times New Roman"/>
              <a:ea typeface="Times New Roman"/>
              <a:cs typeface="Times New Roman"/>
              <a:sym typeface="Times New Roman"/>
            </a:endParaRPr>
          </a:p>
        </p:txBody>
      </p:sp>
      <p:sp>
        <p:nvSpPr>
          <p:cNvPr id="92" name="Google Shape;92;p2"/>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p>
            <a:pPr marL="257175" lvl="0" indent="-346075" algn="l" rtl="0">
              <a:spcBef>
                <a:spcPts val="720"/>
              </a:spcBef>
              <a:spcAft>
                <a:spcPts val="0"/>
              </a:spcAft>
              <a:buSzPts val="3200"/>
              <a:buFont typeface="Times New Roman"/>
              <a:buChar char="•"/>
            </a:pPr>
            <a:r>
              <a:rPr lang="en-US" sz="3200">
                <a:latin typeface="Times New Roman"/>
                <a:ea typeface="Times New Roman"/>
                <a:cs typeface="Times New Roman"/>
                <a:sym typeface="Times New Roman"/>
              </a:rPr>
              <a:t>Number of Articles</a:t>
            </a:r>
            <a:endParaRPr sz="3200">
              <a:latin typeface="Times New Roman"/>
              <a:ea typeface="Times New Roman"/>
              <a:cs typeface="Times New Roman"/>
              <a:sym typeface="Times New Roman"/>
            </a:endParaRPr>
          </a:p>
          <a:p>
            <a:pPr marL="257175" lvl="0" indent="-346075" algn="l" rtl="0">
              <a:spcBef>
                <a:spcPts val="720"/>
              </a:spcBef>
              <a:spcAft>
                <a:spcPts val="0"/>
              </a:spcAft>
              <a:buSzPts val="3200"/>
              <a:buFont typeface="Times New Roman"/>
              <a:buChar char="•"/>
            </a:pPr>
            <a:r>
              <a:rPr lang="en-US" sz="3200">
                <a:latin typeface="Times New Roman"/>
                <a:ea typeface="Times New Roman"/>
                <a:cs typeface="Times New Roman"/>
                <a:sym typeface="Times New Roman"/>
              </a:rPr>
              <a:t>Faulty Weights((Dishonest Trader)</a:t>
            </a:r>
            <a:endParaRPr sz="3200">
              <a:latin typeface="Times New Roman"/>
              <a:ea typeface="Times New Roman"/>
              <a:cs typeface="Times New Roman"/>
              <a:sym typeface="Times New Roman"/>
            </a:endParaRPr>
          </a:p>
          <a:p>
            <a:pPr marL="257175" lvl="0" indent="-346075" algn="l" rtl="0">
              <a:spcBef>
                <a:spcPts val="0"/>
              </a:spcBef>
              <a:spcAft>
                <a:spcPts val="0"/>
              </a:spcAft>
              <a:buSzPts val="3200"/>
              <a:buFont typeface="Times New Roman"/>
              <a:buChar char="•"/>
            </a:pPr>
            <a:r>
              <a:rPr lang="en-US" sz="3200">
                <a:latin typeface="Times New Roman"/>
                <a:ea typeface="Times New Roman"/>
                <a:cs typeface="Times New Roman"/>
                <a:sym typeface="Times New Roman"/>
              </a:rPr>
              <a:t>Problems on Successive Discount</a:t>
            </a:r>
            <a:endParaRPr sz="3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457200" y="1919923"/>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br>
              <a:rPr lang="en-US" sz="4400"/>
            </a:br>
            <a:r>
              <a:rPr lang="en-US" sz="4288">
                <a:latin typeface="Times New Roman"/>
                <a:ea typeface="Times New Roman"/>
                <a:cs typeface="Times New Roman"/>
                <a:sym typeface="Times New Roman"/>
              </a:rPr>
              <a:t>Number of Articles</a:t>
            </a:r>
            <a:endParaRPr sz="4288">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body" idx="1"/>
          </p:nvPr>
        </p:nvSpPr>
        <p:spPr>
          <a:xfrm>
            <a:off x="218138" y="185286"/>
            <a:ext cx="8694855" cy="4495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None/>
            </a:pPr>
            <a:r>
              <a:rPr lang="en-US" dirty="0">
                <a:latin typeface="Times New Roman"/>
                <a:ea typeface="Times New Roman"/>
                <a:cs typeface="Times New Roman"/>
                <a:sym typeface="Times New Roman"/>
              </a:rPr>
              <a:t>Question: If CP of 25 articles is equal to SP of 20 articles. Find the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25%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20 %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20 % loss</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A9C70EC-2515-4A95-BCF0-BA0D8F2828C4}"/>
                  </a:ext>
                </a:extLst>
              </p14:cNvPr>
              <p14:cNvContentPartPr/>
              <p14:nvPr/>
            </p14:nvContentPartPr>
            <p14:xfrm>
              <a:off x="294840" y="272160"/>
              <a:ext cx="7978680" cy="5962320"/>
            </p14:xfrm>
          </p:contentPart>
        </mc:Choice>
        <mc:Fallback>
          <p:pic>
            <p:nvPicPr>
              <p:cNvPr id="2" name="Ink 1">
                <a:extLst>
                  <a:ext uri="{FF2B5EF4-FFF2-40B4-BE49-F238E27FC236}">
                    <a16:creationId xmlns:a16="http://schemas.microsoft.com/office/drawing/2014/main" id="{DA9C70EC-2515-4A95-BCF0-BA0D8F2828C4}"/>
                  </a:ext>
                </a:extLst>
              </p:cNvPr>
              <p:cNvPicPr/>
              <p:nvPr/>
            </p:nvPicPr>
            <p:blipFill>
              <a:blip r:embed="rId4"/>
              <a:stretch>
                <a:fillRect/>
              </a:stretch>
            </p:blipFill>
            <p:spPr>
              <a:xfrm>
                <a:off x="285480" y="262800"/>
                <a:ext cx="7997400" cy="598104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body" idx="1"/>
          </p:nvPr>
        </p:nvSpPr>
        <p:spPr>
          <a:xfrm>
            <a:off x="208513" y="146785"/>
            <a:ext cx="8762231"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By selling 12 articles a man earn a loss of which is equal to selling price of 4 articles. Find his loss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16.66 %</a:t>
            </a:r>
            <a:endParaRPr dirty="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4E355BB-3FAA-431B-8583-888095ABA12F}"/>
                  </a:ext>
                </a:extLst>
              </p14:cNvPr>
              <p14:cNvContentPartPr/>
              <p14:nvPr/>
            </p14:nvContentPartPr>
            <p14:xfrm>
              <a:off x="112320" y="512280"/>
              <a:ext cx="8978400" cy="5295240"/>
            </p14:xfrm>
          </p:contentPart>
        </mc:Choice>
        <mc:Fallback>
          <p:pic>
            <p:nvPicPr>
              <p:cNvPr id="2" name="Ink 1">
                <a:extLst>
                  <a:ext uri="{FF2B5EF4-FFF2-40B4-BE49-F238E27FC236}">
                    <a16:creationId xmlns:a16="http://schemas.microsoft.com/office/drawing/2014/main" id="{14E355BB-3FAA-431B-8583-888095ABA12F}"/>
                  </a:ext>
                </a:extLst>
              </p:cNvPr>
              <p:cNvPicPr/>
              <p:nvPr/>
            </p:nvPicPr>
            <p:blipFill>
              <a:blip r:embed="rId4"/>
              <a:stretch>
                <a:fillRect/>
              </a:stretch>
            </p:blipFill>
            <p:spPr>
              <a:xfrm>
                <a:off x="102960" y="502920"/>
                <a:ext cx="8997120" cy="531396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a:spLocks noGrp="1"/>
          </p:cNvSpPr>
          <p:nvPr>
            <p:ph type="body" idx="1"/>
          </p:nvPr>
        </p:nvSpPr>
        <p:spPr>
          <a:xfrm>
            <a:off x="93011" y="156411"/>
            <a:ext cx="8858484"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By selling 40 articles a man earn a profit of equal to cost price of 5 articles. Find his loss or profit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33.33 % profit</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12.5 % loss</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 loss</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12.5 %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1AAA44C-2EE8-431D-8D00-2BB135DDF121}"/>
                  </a:ext>
                </a:extLst>
              </p14:cNvPr>
              <p14:cNvContentPartPr/>
              <p14:nvPr/>
            </p14:nvContentPartPr>
            <p14:xfrm>
              <a:off x="85320" y="351360"/>
              <a:ext cx="8804880" cy="5584320"/>
            </p14:xfrm>
          </p:contentPart>
        </mc:Choice>
        <mc:Fallback>
          <p:pic>
            <p:nvPicPr>
              <p:cNvPr id="2" name="Ink 1">
                <a:extLst>
                  <a:ext uri="{FF2B5EF4-FFF2-40B4-BE49-F238E27FC236}">
                    <a16:creationId xmlns:a16="http://schemas.microsoft.com/office/drawing/2014/main" id="{61AAA44C-2EE8-431D-8D00-2BB135DDF121}"/>
                  </a:ext>
                </a:extLst>
              </p:cNvPr>
              <p:cNvPicPr/>
              <p:nvPr/>
            </p:nvPicPr>
            <p:blipFill>
              <a:blip r:embed="rId4"/>
              <a:stretch>
                <a:fillRect/>
              </a:stretch>
            </p:blipFill>
            <p:spPr>
              <a:xfrm>
                <a:off x="75960" y="342000"/>
                <a:ext cx="8823600" cy="56030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txBox="1">
            <a:spLocks noGrp="1"/>
          </p:cNvSpPr>
          <p:nvPr>
            <p:ph type="body" idx="1"/>
          </p:nvPr>
        </p:nvSpPr>
        <p:spPr>
          <a:xfrm>
            <a:off x="160387" y="127535"/>
            <a:ext cx="8810358" cy="44958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buy some number of article at the rate of 11 articles for Rs.10 and sold all of them at the rate of 10 articles for Rs.11. Find his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21%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21 % loss</a:t>
            </a:r>
            <a:endParaRPr dirty="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EE75C41-6EBD-4751-92EA-9D03D55D6907}"/>
                  </a:ext>
                </a:extLst>
              </p14:cNvPr>
              <p14:cNvContentPartPr/>
              <p14:nvPr/>
            </p14:nvContentPartPr>
            <p14:xfrm>
              <a:off x="1664640" y="1779120"/>
              <a:ext cx="7308000" cy="4332600"/>
            </p14:xfrm>
          </p:contentPart>
        </mc:Choice>
        <mc:Fallback>
          <p:pic>
            <p:nvPicPr>
              <p:cNvPr id="2" name="Ink 1">
                <a:extLst>
                  <a:ext uri="{FF2B5EF4-FFF2-40B4-BE49-F238E27FC236}">
                    <a16:creationId xmlns:a16="http://schemas.microsoft.com/office/drawing/2014/main" id="{5EE75C41-6EBD-4751-92EA-9D03D55D6907}"/>
                  </a:ext>
                </a:extLst>
              </p:cNvPr>
              <p:cNvPicPr/>
              <p:nvPr/>
            </p:nvPicPr>
            <p:blipFill>
              <a:blip r:embed="rId4"/>
              <a:stretch>
                <a:fillRect/>
              </a:stretch>
            </p:blipFill>
            <p:spPr>
              <a:xfrm>
                <a:off x="1655280" y="1769760"/>
                <a:ext cx="7326720" cy="43513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8"/>
          <p:cNvSpPr txBox="1">
            <a:spLocks noGrp="1"/>
          </p:cNvSpPr>
          <p:nvPr>
            <p:ph type="body" idx="1"/>
          </p:nvPr>
        </p:nvSpPr>
        <p:spPr>
          <a:xfrm>
            <a:off x="179638" y="98659"/>
            <a:ext cx="8829608" cy="4495800"/>
          </a:xfrm>
          <a:prstGeom prst="rect">
            <a:avLst/>
          </a:prstGeom>
          <a:noFill/>
          <a:ln>
            <a:noFill/>
          </a:ln>
        </p:spPr>
        <p:txBody>
          <a:bodyPr spcFirstLastPara="1" wrap="square" lIns="91425" tIns="45700" rIns="91425" bIns="45700" anchor="t" anchorCtr="0">
            <a:normAutofit fontScale="92500" lnSpcReduction="10000"/>
          </a:bodyPr>
          <a:lstStyle/>
          <a:p>
            <a:pPr marL="257175" lvl="0" indent="-257175" algn="just" rtl="0">
              <a:spcBef>
                <a:spcPts val="0"/>
              </a:spcBef>
              <a:spcAft>
                <a:spcPts val="0"/>
              </a:spcAft>
              <a:buClr>
                <a:schemeClr val="dk1"/>
              </a:buClr>
              <a:buSzPts val="2400"/>
              <a:buFont typeface="Arial"/>
              <a:buNone/>
            </a:pPr>
            <a:endParaRPr lang="en-US" dirty="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endParaRPr lang="en-US" dirty="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endParaRPr lang="en-US" dirty="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r>
              <a:rPr lang="en-US" dirty="0">
                <a:latin typeface="Times New Roman"/>
                <a:ea typeface="Times New Roman"/>
                <a:cs typeface="Times New Roman"/>
                <a:sym typeface="Times New Roman"/>
              </a:rPr>
              <a:t>Question: </a:t>
            </a:r>
            <a:r>
              <a:rPr lang="en-US" sz="2400" dirty="0">
                <a:latin typeface="Times New Roman"/>
                <a:ea typeface="Times New Roman"/>
                <a:cs typeface="Times New Roman"/>
                <a:sym typeface="Times New Roman"/>
              </a:rPr>
              <a:t>A Shopkeeper buy some lemons at rate of 2 for Rs.1.Again he bought the some number of lemons at rate of 1 for</a:t>
            </a:r>
            <a:r>
              <a:rPr lang="en-US" dirty="0">
                <a:latin typeface="Times New Roman"/>
                <a:ea typeface="Times New Roman"/>
                <a:cs typeface="Times New Roman"/>
                <a:sym typeface="Times New Roman"/>
              </a:rPr>
              <a:t> Rs.</a:t>
            </a:r>
            <a:r>
              <a:rPr lang="en-US" sz="2400" dirty="0">
                <a:latin typeface="Times New Roman"/>
                <a:ea typeface="Times New Roman"/>
                <a:cs typeface="Times New Roman"/>
                <a:sym typeface="Times New Roman"/>
              </a:rPr>
              <a:t>2. He mixed both the types and sold at 3 for Rs.3. find profit</a:t>
            </a:r>
            <a:r>
              <a:rPr lang="en-US"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 loss %.</a:t>
            </a:r>
            <a:endParaRPr sz="2400" dirty="0">
              <a:latin typeface="Times New Roman"/>
              <a:ea typeface="Times New Roman"/>
              <a:cs typeface="Times New Roman"/>
              <a:sym typeface="Times New Roman"/>
            </a:endParaRPr>
          </a:p>
          <a:p>
            <a:pPr marL="257175" lvl="0" indent="-257175" algn="just" rtl="0">
              <a:spcBef>
                <a:spcPts val="480"/>
              </a:spcBef>
              <a:spcAft>
                <a:spcPts val="0"/>
              </a:spcAft>
              <a:buClr>
                <a:schemeClr val="dk1"/>
              </a:buClr>
              <a:buSzPts val="2400"/>
              <a:buFont typeface="Arial"/>
              <a:buNone/>
            </a:pP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[A] 20 % loss</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[B] 25 % loss</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[C] 20 % profit</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[D] 25 % profit</a:t>
            </a:r>
            <a:endParaRPr sz="2400"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body" idx="1"/>
          </p:nvPr>
        </p:nvSpPr>
        <p:spPr>
          <a:xfrm>
            <a:off x="141136" y="166036"/>
            <a:ext cx="8819983" cy="4495800"/>
          </a:xfrm>
          <a:prstGeom prst="rect">
            <a:avLst/>
          </a:prstGeom>
          <a:noFill/>
          <a:ln>
            <a:noFill/>
          </a:ln>
        </p:spPr>
        <p:txBody>
          <a:bodyPr spcFirstLastPara="1" wrap="square" lIns="91425" tIns="45700" rIns="91425" bIns="45700" anchor="t" anchorCtr="0">
            <a:normAutofit fontScale="92500"/>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man purchase some number of articles at the rate of 11 articles for Rs.1. How many articles should he sell for Rs.1 to gain 10%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11</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12</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14</a:t>
            </a:r>
            <a:endParaRPr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0"/>
          <p:cNvSpPr txBox="1">
            <a:spLocks noGrp="1"/>
          </p:cNvSpPr>
          <p:nvPr>
            <p:ph type="body" idx="1"/>
          </p:nvPr>
        </p:nvSpPr>
        <p:spPr>
          <a:xfrm>
            <a:off x="227763" y="146785"/>
            <a:ext cx="8694855"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man purchase 25 articles for Rs.1. How many articles should he sell for Rs.1 to gain 25%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21</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28</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None</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6927DE8-82FD-43FD-A722-2047AC49AC2B}"/>
                  </a:ext>
                </a:extLst>
              </p14:cNvPr>
              <p14:cNvContentPartPr/>
              <p14:nvPr/>
            </p14:nvContentPartPr>
            <p14:xfrm>
              <a:off x="48240" y="823680"/>
              <a:ext cx="8611920" cy="5180400"/>
            </p14:xfrm>
          </p:contentPart>
        </mc:Choice>
        <mc:Fallback>
          <p:pic>
            <p:nvPicPr>
              <p:cNvPr id="2" name="Ink 1">
                <a:extLst>
                  <a:ext uri="{FF2B5EF4-FFF2-40B4-BE49-F238E27FC236}">
                    <a16:creationId xmlns:a16="http://schemas.microsoft.com/office/drawing/2014/main" id="{66927DE8-82FD-43FD-A722-2047AC49AC2B}"/>
                  </a:ext>
                </a:extLst>
              </p:cNvPr>
              <p:cNvPicPr/>
              <p:nvPr/>
            </p:nvPicPr>
            <p:blipFill>
              <a:blip r:embed="rId4"/>
              <a:stretch>
                <a:fillRect/>
              </a:stretch>
            </p:blipFill>
            <p:spPr>
              <a:xfrm>
                <a:off x="38880" y="814320"/>
                <a:ext cx="8630640" cy="51991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1"/>
          <p:cNvSpPr txBox="1">
            <a:spLocks noGrp="1"/>
          </p:cNvSpPr>
          <p:nvPr>
            <p:ph type="title"/>
          </p:nvPr>
        </p:nvSpPr>
        <p:spPr>
          <a:xfrm>
            <a:off x="457200" y="2577783"/>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400">
                <a:latin typeface="Times New Roman"/>
                <a:ea typeface="Times New Roman"/>
                <a:cs typeface="Times New Roman"/>
                <a:sym typeface="Times New Roman"/>
              </a:rPr>
              <a:t>Faulty Weights (Dishonest Trader)</a:t>
            </a:r>
            <a:endParaRPr sz="440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9025D39-DBB5-4AED-9F77-F44D26C3F431}"/>
                  </a:ext>
                </a:extLst>
              </p14:cNvPr>
              <p14:cNvContentPartPr/>
              <p14:nvPr/>
            </p14:nvContentPartPr>
            <p14:xfrm>
              <a:off x="95040" y="1578960"/>
              <a:ext cx="4329000" cy="2811240"/>
            </p14:xfrm>
          </p:contentPart>
        </mc:Choice>
        <mc:Fallback>
          <p:pic>
            <p:nvPicPr>
              <p:cNvPr id="2" name="Ink 1">
                <a:extLst>
                  <a:ext uri="{FF2B5EF4-FFF2-40B4-BE49-F238E27FC236}">
                    <a16:creationId xmlns:a16="http://schemas.microsoft.com/office/drawing/2014/main" id="{79025D39-DBB5-4AED-9F77-F44D26C3F431}"/>
                  </a:ext>
                </a:extLst>
              </p:cNvPr>
              <p:cNvPicPr/>
              <p:nvPr/>
            </p:nvPicPr>
            <p:blipFill>
              <a:blip r:embed="rId4"/>
              <a:stretch>
                <a:fillRect/>
              </a:stretch>
            </p:blipFill>
            <p:spPr>
              <a:xfrm>
                <a:off x="85680" y="1569600"/>
                <a:ext cx="4347720" cy="282996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body" idx="1"/>
          </p:nvPr>
        </p:nvSpPr>
        <p:spPr>
          <a:xfrm>
            <a:off x="93010" y="127535"/>
            <a:ext cx="8896985"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professes to sell his goods at its CP, But he uses 800 gm. In place of 1 kg. Find his profit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40%</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D04FDD5-CB5C-443B-9371-ED50C3C6AFDD}"/>
                  </a:ext>
                </a:extLst>
              </p14:cNvPr>
              <p14:cNvContentPartPr/>
              <p14:nvPr/>
            </p14:nvContentPartPr>
            <p14:xfrm>
              <a:off x="187920" y="864720"/>
              <a:ext cx="8616600" cy="5899680"/>
            </p14:xfrm>
          </p:contentPart>
        </mc:Choice>
        <mc:Fallback>
          <p:pic>
            <p:nvPicPr>
              <p:cNvPr id="2" name="Ink 1">
                <a:extLst>
                  <a:ext uri="{FF2B5EF4-FFF2-40B4-BE49-F238E27FC236}">
                    <a16:creationId xmlns:a16="http://schemas.microsoft.com/office/drawing/2014/main" id="{7D04FDD5-CB5C-443B-9371-ED50C3C6AFDD}"/>
                  </a:ext>
                </a:extLst>
              </p:cNvPr>
              <p:cNvPicPr/>
              <p:nvPr/>
            </p:nvPicPr>
            <p:blipFill>
              <a:blip r:embed="rId4"/>
              <a:stretch>
                <a:fillRect/>
              </a:stretch>
            </p:blipFill>
            <p:spPr>
              <a:xfrm>
                <a:off x="178560" y="855360"/>
                <a:ext cx="8635320" cy="591840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3"/>
          <p:cNvSpPr txBox="1">
            <a:spLocks noGrp="1"/>
          </p:cNvSpPr>
          <p:nvPr>
            <p:ph type="body" idx="1"/>
          </p:nvPr>
        </p:nvSpPr>
        <p:spPr>
          <a:xfrm>
            <a:off x="227765" y="185286"/>
            <a:ext cx="8723730" cy="44958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professes to sell his goods at 44% loss, But he uses 30% less weight. Find his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20% loss</a:t>
            </a:r>
            <a:endParaRPr dirty="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A066B47-0127-4283-92F1-59A4C6F21C5C}"/>
                  </a:ext>
                </a:extLst>
              </p14:cNvPr>
              <p14:cNvContentPartPr/>
              <p14:nvPr/>
            </p14:nvContentPartPr>
            <p14:xfrm>
              <a:off x="1748160" y="1450080"/>
              <a:ext cx="7062120" cy="4525560"/>
            </p14:xfrm>
          </p:contentPart>
        </mc:Choice>
        <mc:Fallback>
          <p:pic>
            <p:nvPicPr>
              <p:cNvPr id="2" name="Ink 1">
                <a:extLst>
                  <a:ext uri="{FF2B5EF4-FFF2-40B4-BE49-F238E27FC236}">
                    <a16:creationId xmlns:a16="http://schemas.microsoft.com/office/drawing/2014/main" id="{AA066B47-0127-4283-92F1-59A4C6F21C5C}"/>
                  </a:ext>
                </a:extLst>
              </p:cNvPr>
              <p:cNvPicPr/>
              <p:nvPr/>
            </p:nvPicPr>
            <p:blipFill>
              <a:blip r:embed="rId4"/>
              <a:stretch>
                <a:fillRect/>
              </a:stretch>
            </p:blipFill>
            <p:spPr>
              <a:xfrm>
                <a:off x="1738800" y="1440720"/>
                <a:ext cx="7080840" cy="454428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22ce9e19c1_1_0"/>
          <p:cNvSpPr txBox="1">
            <a:spLocks noGrp="1"/>
          </p:cNvSpPr>
          <p:nvPr>
            <p:ph type="body" idx="1"/>
          </p:nvPr>
        </p:nvSpPr>
        <p:spPr>
          <a:xfrm>
            <a:off x="457200" y="485524"/>
            <a:ext cx="8229600" cy="56409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lang="en-US"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endParaRPr lang="en-US"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Question: A dishonest dealer professes to sell his goods at cost price but uses a weight of 960 </a:t>
            </a:r>
            <a:r>
              <a:rPr lang="en-US" dirty="0" err="1">
                <a:highlight>
                  <a:srgbClr val="FFFFFF"/>
                </a:highlight>
                <a:latin typeface="Times New Roman"/>
                <a:ea typeface="Times New Roman"/>
                <a:cs typeface="Times New Roman"/>
                <a:sym typeface="Times New Roman"/>
              </a:rPr>
              <a:t>gms</a:t>
            </a:r>
            <a:r>
              <a:rPr lang="en-US" dirty="0">
                <a:highlight>
                  <a:srgbClr val="FFFFFF"/>
                </a:highlight>
                <a:latin typeface="Times New Roman"/>
                <a:ea typeface="Times New Roman"/>
                <a:cs typeface="Times New Roman"/>
                <a:sym typeface="Times New Roman"/>
              </a:rPr>
              <a:t> instead of a kg weight. Find the gain of this dishonest person in percent.</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A) 5(3/4)%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B) 4.167%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 C) 5(1/6)%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D) None Of These</a:t>
            </a:r>
            <a:endParaRPr dirty="0">
              <a:highlight>
                <a:srgbClr val="FFFFFF"/>
              </a:highlight>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22ce9e19c1_1_7"/>
          <p:cNvSpPr txBox="1">
            <a:spLocks noGrp="1"/>
          </p:cNvSpPr>
          <p:nvPr>
            <p:ph type="body" idx="1"/>
          </p:nvPr>
        </p:nvSpPr>
        <p:spPr>
          <a:xfrm>
            <a:off x="457200" y="234681"/>
            <a:ext cx="8229600" cy="4526100"/>
          </a:xfrm>
          <a:prstGeom prst="rect">
            <a:avLst/>
          </a:prstGeom>
        </p:spPr>
        <p:txBody>
          <a:bodyPr spcFirstLastPara="1" wrap="square" lIns="91425" tIns="45700" rIns="91425" bIns="45700" anchor="t" anchorCtr="0">
            <a:normAutofit fontScale="85000" lnSpcReduction="20000"/>
          </a:bodyPr>
          <a:lstStyle/>
          <a:p>
            <a:pPr marL="0" lvl="0" indent="0" algn="l" rtl="0">
              <a:lnSpc>
                <a:spcPct val="148000"/>
              </a:lnSpc>
              <a:spcBef>
                <a:spcPts val="800"/>
              </a:spcBef>
              <a:spcAft>
                <a:spcPts val="0"/>
              </a:spcAft>
              <a:buClr>
                <a:schemeClr val="dk1"/>
              </a:buClr>
              <a:buSzPts val="1100"/>
              <a:buFont typeface="Arial"/>
              <a:buNone/>
            </a:pPr>
            <a:endParaRPr lang="en-US" dirty="0">
              <a:latin typeface="Times New Roman"/>
              <a:ea typeface="Times New Roman"/>
              <a:cs typeface="Times New Roman"/>
              <a:sym typeface="Times New Roman"/>
            </a:endParaRPr>
          </a:p>
          <a:p>
            <a:pPr marL="0" lvl="0" indent="0" algn="l" rtl="0">
              <a:lnSpc>
                <a:spcPct val="148000"/>
              </a:lnSpc>
              <a:spcBef>
                <a:spcPts val="800"/>
              </a:spcBef>
              <a:spcAft>
                <a:spcPts val="0"/>
              </a:spcAft>
              <a:buClr>
                <a:schemeClr val="dk1"/>
              </a:buClr>
              <a:buSzPts val="1100"/>
              <a:buFont typeface="Arial"/>
              <a:buNone/>
            </a:pPr>
            <a:endParaRPr lang="en-US" dirty="0">
              <a:latin typeface="Times New Roman"/>
              <a:ea typeface="Times New Roman"/>
              <a:cs typeface="Times New Roman"/>
              <a:sym typeface="Times New Roman"/>
            </a:endParaRPr>
          </a:p>
          <a:p>
            <a:pPr marL="0" lvl="0" indent="0" algn="l" rtl="0">
              <a:lnSpc>
                <a:spcPct val="148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Question: A dishonest shopkeeper sells salt at a rate of </a:t>
            </a:r>
            <a:r>
              <a:rPr lang="en-US" dirty="0" err="1">
                <a:latin typeface="Times New Roman"/>
                <a:ea typeface="Times New Roman"/>
                <a:cs typeface="Times New Roman"/>
                <a:sym typeface="Times New Roman"/>
              </a:rPr>
              <a:t>Rs</a:t>
            </a:r>
            <a:r>
              <a:rPr lang="en-US" dirty="0">
                <a:latin typeface="Times New Roman"/>
                <a:ea typeface="Times New Roman"/>
                <a:cs typeface="Times New Roman"/>
                <a:sym typeface="Times New Roman"/>
              </a:rPr>
              <a:t> 18 per kilogram. The MRP of the salt is </a:t>
            </a:r>
            <a:r>
              <a:rPr lang="en-US" dirty="0" err="1">
                <a:latin typeface="Times New Roman"/>
                <a:ea typeface="Times New Roman"/>
                <a:cs typeface="Times New Roman"/>
                <a:sym typeface="Times New Roman"/>
              </a:rPr>
              <a:t>Rs</a:t>
            </a:r>
            <a:r>
              <a:rPr lang="en-US" dirty="0">
                <a:latin typeface="Times New Roman"/>
                <a:ea typeface="Times New Roman"/>
                <a:cs typeface="Times New Roman"/>
                <a:sym typeface="Times New Roman"/>
              </a:rPr>
              <a:t> 15 per kg. As though not satisfied with this, he tries to multiply his profit by removing 200 </a:t>
            </a:r>
            <a:r>
              <a:rPr lang="en-US" dirty="0" err="1">
                <a:latin typeface="Times New Roman"/>
                <a:ea typeface="Times New Roman"/>
                <a:cs typeface="Times New Roman"/>
                <a:sym typeface="Times New Roman"/>
              </a:rPr>
              <a:t>gm</a:t>
            </a:r>
            <a:r>
              <a:rPr lang="en-US" dirty="0">
                <a:latin typeface="Times New Roman"/>
                <a:ea typeface="Times New Roman"/>
                <a:cs typeface="Times New Roman"/>
                <a:sym typeface="Times New Roman"/>
              </a:rPr>
              <a:t> from each packet. What is the shopkeeper’s gain percentage?</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A) 15%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B) 20%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C) 25%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D) 30%</a:t>
            </a:r>
            <a:endParaRPr dirty="0">
              <a:latin typeface="Times New Roman"/>
              <a:ea typeface="Times New Roman"/>
              <a:cs typeface="Times New Roman"/>
              <a:sym typeface="Times New Roman"/>
            </a:endParaRPr>
          </a:p>
          <a:p>
            <a:pPr marL="0" lvl="0" indent="0" algn="l" rtl="0">
              <a:spcBef>
                <a:spcPts val="2300"/>
              </a:spcBef>
              <a:spcAft>
                <a:spcPts val="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4"/>
          <p:cNvSpPr txBox="1">
            <a:spLocks noGrp="1"/>
          </p:cNvSpPr>
          <p:nvPr>
            <p:ph type="title"/>
          </p:nvPr>
        </p:nvSpPr>
        <p:spPr>
          <a:xfrm>
            <a:off x="457200" y="2628583"/>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Calibri"/>
              <a:buNone/>
            </a:pPr>
            <a:r>
              <a:rPr lang="en-US" sz="4000">
                <a:latin typeface="Times New Roman"/>
                <a:ea typeface="Times New Roman"/>
                <a:cs typeface="Times New Roman"/>
                <a:sym typeface="Times New Roman"/>
              </a:rPr>
              <a:t>Problems on Successive Discount</a:t>
            </a:r>
            <a:endParaRPr sz="4000">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46C20E4-CD11-4DD6-A4C5-9F80B2D28146}"/>
                  </a:ext>
                </a:extLst>
              </p14:cNvPr>
              <p14:cNvContentPartPr/>
              <p14:nvPr/>
            </p14:nvContentPartPr>
            <p14:xfrm>
              <a:off x="3074400" y="2162520"/>
              <a:ext cx="4696920" cy="3509280"/>
            </p14:xfrm>
          </p:contentPart>
        </mc:Choice>
        <mc:Fallback>
          <p:pic>
            <p:nvPicPr>
              <p:cNvPr id="2" name="Ink 1">
                <a:extLst>
                  <a:ext uri="{FF2B5EF4-FFF2-40B4-BE49-F238E27FC236}">
                    <a16:creationId xmlns:a16="http://schemas.microsoft.com/office/drawing/2014/main" id="{B46C20E4-CD11-4DD6-A4C5-9F80B2D28146}"/>
                  </a:ext>
                </a:extLst>
              </p:cNvPr>
              <p:cNvPicPr/>
              <p:nvPr/>
            </p:nvPicPr>
            <p:blipFill>
              <a:blip r:embed="rId4"/>
              <a:stretch>
                <a:fillRect/>
              </a:stretch>
            </p:blipFill>
            <p:spPr>
              <a:xfrm>
                <a:off x="3065040" y="2153160"/>
                <a:ext cx="4715640" cy="352800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p:nvPr/>
        </p:nvSpPr>
        <p:spPr>
          <a:xfrm>
            <a:off x="243300" y="1044586"/>
            <a:ext cx="8900700" cy="3601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Times New Roman"/>
                <a:ea typeface="Times New Roman"/>
                <a:cs typeface="Times New Roman"/>
                <a:sym typeface="Times New Roman"/>
              </a:rPr>
              <a:t>Questions: An item was sold at a price after giving two successive discount of 30% and 50 %. If the selling price of the item was Rs 448, then what was the marked price of the item?</a:t>
            </a:r>
            <a:endParaRPr sz="2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[A] 840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[B] 1280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[C] 1140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[D] 1640  </a:t>
            </a:r>
            <a:endParaRPr sz="2400">
              <a:solidFill>
                <a:schemeClr val="dk1"/>
              </a:solidFill>
              <a:latin typeface="Times New Roman"/>
              <a:ea typeface="Times New Roman"/>
              <a:cs typeface="Times New Roman"/>
              <a:sym typeface="Times New Roman"/>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459438D-A424-4F4F-A96A-0C682A212914}"/>
                  </a:ext>
                </a:extLst>
              </p14:cNvPr>
              <p14:cNvContentPartPr/>
              <p14:nvPr/>
            </p14:nvContentPartPr>
            <p14:xfrm>
              <a:off x="208800" y="106200"/>
              <a:ext cx="8737560" cy="6653880"/>
            </p14:xfrm>
          </p:contentPart>
        </mc:Choice>
        <mc:Fallback>
          <p:pic>
            <p:nvPicPr>
              <p:cNvPr id="2" name="Ink 1">
                <a:extLst>
                  <a:ext uri="{FF2B5EF4-FFF2-40B4-BE49-F238E27FC236}">
                    <a16:creationId xmlns:a16="http://schemas.microsoft.com/office/drawing/2014/main" id="{F459438D-A424-4F4F-A96A-0C682A212914}"/>
                  </a:ext>
                </a:extLst>
              </p:cNvPr>
              <p:cNvPicPr/>
              <p:nvPr/>
            </p:nvPicPr>
            <p:blipFill>
              <a:blip r:embed="rId4"/>
              <a:stretch>
                <a:fillRect/>
              </a:stretch>
            </p:blipFill>
            <p:spPr>
              <a:xfrm>
                <a:off x="199440" y="96840"/>
                <a:ext cx="8756280" cy="66726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6"/>
          <p:cNvSpPr txBox="1">
            <a:spLocks noGrp="1"/>
          </p:cNvSpPr>
          <p:nvPr>
            <p:ph type="body" idx="1"/>
          </p:nvPr>
        </p:nvSpPr>
        <p:spPr>
          <a:xfrm>
            <a:off x="0" y="1056956"/>
            <a:ext cx="8903368"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Buy 5 articles get 3 articles free. Find discount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37.5%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60%</a:t>
            </a:r>
            <a:endParaRPr dirty="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7"/>
          <p:cNvSpPr txBox="1">
            <a:spLocks noGrp="1"/>
          </p:cNvSpPr>
          <p:nvPr>
            <p:ph type="body" idx="1"/>
          </p:nvPr>
        </p:nvSpPr>
        <p:spPr>
          <a:xfrm>
            <a:off x="179638" y="1181646"/>
            <a:ext cx="8810358"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gives 10% discount on an article and earn 20% profit then find his profit percent if he will give 20% discount on the same article.</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16.66%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5.66%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6.66%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None</a:t>
            </a:r>
            <a:endParaRPr dirty="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8"/>
          <p:cNvSpPr txBox="1">
            <a:spLocks noGrp="1"/>
          </p:cNvSpPr>
          <p:nvPr>
            <p:ph type="body" idx="1"/>
          </p:nvPr>
        </p:nvSpPr>
        <p:spPr>
          <a:xfrm>
            <a:off x="0" y="1064248"/>
            <a:ext cx="8800732"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give 1 article free of every purchase of 15 article and also gives a discount of 4 % and after all that his profit percent is 35%. Find CP:MP.</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3:2</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4:5</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3:4</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2:3</a:t>
            </a:r>
            <a:endParaRPr dirty="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22ce9e19c1_1_13"/>
          <p:cNvSpPr txBox="1">
            <a:spLocks noGrp="1"/>
          </p:cNvSpPr>
          <p:nvPr>
            <p:ph type="body" idx="1"/>
          </p:nvPr>
        </p:nvSpPr>
        <p:spPr>
          <a:xfrm>
            <a:off x="409286" y="934156"/>
            <a:ext cx="8229600" cy="5565000"/>
          </a:xfrm>
          <a:prstGeom prst="rect">
            <a:avLst/>
          </a:prstGeom>
        </p:spPr>
        <p:txBody>
          <a:bodyPr spcFirstLastPara="1" wrap="square" lIns="91425" tIns="45700" rIns="91425" bIns="45700" anchor="t" anchorCtr="0">
            <a:normAutofit/>
          </a:bodyPr>
          <a:lstStyle/>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Question: A superstore marks its goods by a certain percentage over the past price and then offers a discount of 40%. Using this method, they make 5% profit. Find the percentage by which the goods	were	marked	up.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A. 60%</a:t>
            </a:r>
          </a:p>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B. 70%</a:t>
            </a:r>
          </a:p>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C. 72%</a:t>
            </a:r>
          </a:p>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D. 75%</a:t>
            </a:r>
            <a:endParaRPr dirty="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22ce9e19c1_1_13"/>
          <p:cNvSpPr txBox="1">
            <a:spLocks noGrp="1"/>
          </p:cNvSpPr>
          <p:nvPr>
            <p:ph type="body" idx="1"/>
          </p:nvPr>
        </p:nvSpPr>
        <p:spPr>
          <a:xfrm>
            <a:off x="409286" y="934156"/>
            <a:ext cx="8229600" cy="5565000"/>
          </a:xfrm>
          <a:prstGeom prst="rect">
            <a:avLst/>
          </a:prstGeom>
        </p:spPr>
        <p:txBody>
          <a:bodyPr spcFirstLastPara="1" wrap="square" lIns="91425" tIns="45700" rIns="91425" bIns="45700" anchor="t" anchorCtr="0">
            <a:normAutofit/>
          </a:bodyPr>
          <a:lstStyle/>
          <a:p>
            <a:pPr marL="0" lvl="0" indent="0" algn="just">
              <a:spcBef>
                <a:spcPts val="800"/>
              </a:spcBef>
              <a:buSzPts val="1100"/>
              <a:buNone/>
            </a:pPr>
            <a:r>
              <a:rPr lang="en-US" dirty="0">
                <a:latin typeface="Times New Roman"/>
                <a:ea typeface="Times New Roman"/>
                <a:cs typeface="Times New Roman"/>
                <a:sym typeface="Times New Roman"/>
              </a:rPr>
              <a:t>Question: A trader allows a discount of 10% on the market price of the goods. He still manages to make a profit of 17% on the cost price. What will be profit percentage had the trader sold the goods	at	the	market	price?</a:t>
            </a:r>
            <a:br>
              <a:rPr lang="en-US" dirty="0">
                <a:latin typeface="Times New Roman"/>
                <a:ea typeface="Times New Roman"/>
                <a:cs typeface="Times New Roman"/>
                <a:sym typeface="Times New Roman"/>
              </a:rPr>
            </a:br>
            <a:endParaRPr lang="en-US" dirty="0">
              <a:latin typeface="Times New Roman"/>
              <a:ea typeface="Times New Roman"/>
              <a:cs typeface="Times New Roman"/>
              <a:sym typeface="Times New Roman"/>
            </a:endParaRPr>
          </a:p>
          <a:p>
            <a:pPr marL="0" lvl="0" indent="0" algn="just" rtl="0">
              <a:lnSpc>
                <a:spcPct val="100000"/>
              </a:lnSpc>
              <a:spcBef>
                <a:spcPts val="800"/>
              </a:spcBef>
              <a:spcAft>
                <a:spcPts val="0"/>
              </a:spcAft>
              <a:buClr>
                <a:schemeClr val="dk1"/>
              </a:buClr>
              <a:buSzPts val="1100"/>
              <a:buFont typeface="Arial"/>
              <a:buNone/>
            </a:pP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A. 10%</a:t>
            </a:r>
          </a:p>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B. 20%</a:t>
            </a:r>
          </a:p>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C. 30%</a:t>
            </a:r>
          </a:p>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D. 40%</a:t>
            </a:r>
            <a:endParaRPr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820922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22" descr="30 Best Ways to Say Thank You for Your Response | FutureofWorking.com"/>
          <p:cNvPicPr preferRelativeResize="0"/>
          <p:nvPr/>
        </p:nvPicPr>
        <p:blipFill rotWithShape="1">
          <a:blip r:embed="rId3">
            <a:alphaModFix/>
          </a:blip>
          <a:srcRect/>
          <a:stretch/>
        </p:blipFill>
        <p:spPr>
          <a:xfrm>
            <a:off x="317634" y="1357745"/>
            <a:ext cx="8470231" cy="479279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980</Words>
  <Application>Microsoft Office PowerPoint</Application>
  <PresentationFormat>On-screen Show (4:3)</PresentationFormat>
  <Paragraphs>131</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Noto Sans Symbols</vt:lpstr>
      <vt:lpstr>Times New Roman</vt:lpstr>
      <vt:lpstr>Office Theme</vt:lpstr>
      <vt:lpstr>PowerPoint Presentation</vt:lpstr>
      <vt:lpstr>Contains:</vt:lpstr>
      <vt:lpstr> Number of Articles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Faulty Weights (Dishonest Trader)</vt:lpstr>
      <vt:lpstr>PowerPoint Presentation</vt:lpstr>
      <vt:lpstr>PowerPoint Presentation</vt:lpstr>
      <vt:lpstr>PowerPoint Presentation</vt:lpstr>
      <vt:lpstr>PowerPoint Presentation</vt:lpstr>
      <vt:lpstr>Problems on Successive Discount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asif</dc:creator>
  <cp:lastModifiedBy>Amit Singh</cp:lastModifiedBy>
  <cp:revision>7</cp:revision>
  <dcterms:created xsi:type="dcterms:W3CDTF">2025-01-04T07:15:21Z</dcterms:created>
  <dcterms:modified xsi:type="dcterms:W3CDTF">2025-02-15T15:32:35Z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0DD172396440A23C8ADD78673BD3496A_42</vt:lpwstr>
  </property>
  <property fmtid="{D5CDD505-2E9C-101B-9397-08002B2CF9AE}" pid="3" name="KSOProductBuildVer">
    <vt:lpwstr>1033-6.10.1.8197</vt:lpwstr>
  </property>
</Properties>
</file>