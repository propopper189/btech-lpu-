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5.xml" ContentType="application/vnd.openxmlformats-officedocument.presentationml.notesSlide+xml"/>
  <Override PartName="/ppt/ink/ink6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gzdy24WWSouwlGr42pgBx84NEA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58"/>
      </p:cViewPr>
      <p:guideLst>
        <p:guide orient="horz" pos="2160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15T04:47:54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10846 3643 1998 0,'0'0'27'0,"0"0"-17"0,0 0-4 0,0 0-4 0,0 0 0 0,0 0-2 15,0 0 0-15,0 0 2 16,-15 146-2-16,15-64 0 16,-2 6 0-16,0-9 0 15,-5-8 0-15,0-9 0 0,1-8 0 16,-1-10 0-16,5-12 0 15,0-10 0-15,2-10 0 16,0-12-2-16,0-1-4 16,6-30-146-16</inkml:trace>
  <inkml:trace contextRef="#ctx0" brushRef="#br0" timeOffset="264.83">10820 3643 2030 0,'0'0'9'0,"0"0"-6"16,20-128-1-16,7 102-1 16,4 8-1-16,2 14 2 0,3 4-2 15,-3 17 0-15,-4 16 0 16,-8 11 0-16,-13 4 0 16,-8 5 0-16,-2-2 0 15,-23 2 0-15,-8-3 0 16,-2-10 0-16,3-8 0 15,1-10 0-15,6-8 0 16,13-8 0-16,5-6-2 16,7 0 0-16,0-2-30 15,24-10-1379-15</inkml:trace>
  <inkml:trace contextRef="#ctx0" brushRef="#br0" timeOffset="675.72">11208 3864 2019 0,'0'0'20'0,"0"0"-17"16,0 0-2-16,0 0 1 16,0 0-2-16,0 0 0 15,-27 89 2-15,31-78-2 16,21-5 0-16,4-6 0 15,4 0 0-15,3-16 0 16,-3-14 0-16,-6-6-2 0,-7-6 2 16,-9-2 0-1,-11 4 0-15,0 4 0 0,-15 12 0 16,-14 11 0-16,2 12 0 16,0 1 0-16,-2 11 0 15,0 22 0-15,2 11 2 16,4 9-2-16,4 6 0 15,11-1 0-15,6 0 0 16,2-8 0-16,0-3 0 16,6-11 0-16,17-10 0 15,2-10 0-15,12-10 0 16,3-6 0-16,2 0-2 16,1-24-5-16,-6-10-232 15</inkml:trace>
  <inkml:trace contextRef="#ctx0" brushRef="#br0" timeOffset="1013.9">11557 3693 1992 0,'0'0'39'15,"0"0"-31"-15,0 0-5 16,0 0-1-16,0 0-1 16,0 0-1-16,27-2 0 15,-7 45 2-15,-1 9-2 16,-6 6 0-16,-7 2 0 15,0-1 0-15,-6-4 0 16,0-5 0-16,0-4 0 16,0-12 0-16,-2-9 0 0,-4-12 0 15,2-10 0-15,-1-3 0 16,1-8 0-16,4-27 0 16,0-10 0-16,0-12 0 15,15-5 0-15,5-3 0 16,0 7 0-16,-2 5 0 15,2 17 0-15,-2 14 0 16,-4 12 0-16,1 6 0 16,-1-1-3-16,3 3-18 15,10-2-347-15</inkml:trace>
  <inkml:trace contextRef="#ctx0" brushRef="#br0" timeOffset="2121.63">12050 3682 2035 0,'0'0'6'0,"0"0"-4"15,0 0 0-15,0 0 0 16,0 0-2-16,0 0 0 0,-116 91 0 16,94-43 0-16,1 2 0 15,9 0 0-15,3-4 0 16,4-4 0-16,5-10 0 16,0-7 0-16,16-7 0 15,13-7 0-15,8-11 0 16,7 0 0-16,6-11 0 15,1-22 0-15,-6-11 0 16,-5-10 0-16,-8-13 0 16,-11-3 0-16,-7 6 0 15,-5 14 0-15,-9 19 0 16,0 17 0-16,0 12 0 16,0 2 0-16,-16 11 0 15,-4 22 0-15,0 17 0 16,0 8 0-16,4 2 0 15,6 3 0-15,2-9 0 0,5-8 0 16,3-12 0-16,0-11 0 16,11-14 0-16,15-9 0 15,6-1 0-15,7-30 0 16,6-10 0-16,-3-15 0 16,-2-7 0-16,-4-5 0 15,-7 2 0-15,-11 12 0 16,-7 20 0-16,-7 14 0 15,-2 11 0-15,-2 9 0 16,0 0 0-16,0 13 0 16,0 16 0-16,0 14 0 15,0 5 0-15,5 6 0 0,0-4 0 16,-1-6 0-16,5-8 0 16,-3-10 0-16,8-12 0 15,3-10 0-15,4-4 0 16,8-7 0-16,2-26 0 15,0-9 0-15,-4-4 0 16,-7 0 0-16,-9 6 0 16,-2 10 0-16,-7 12 0 15,-2 9 0-15,0 9 0 16,0 0 0-16,4 13 0 16,-1 19 0-16,3 3 0 15,-3 8 0-15,4 0 0 16,-1-8 0-16,5-3 0 0,1-10 0 15,1-7 0-15,5-8 0 16,3-7 0-16,8-4 0 16,10-26 0-16,1-14 0 15,-2-14 0-15,-5-6 0 16,-8-10 0-16,-12-5 0 16,-10-4 0-16,-3-3 0 15,0 11 0-15,-14 4 0 16,-1 20 0-16,3 10 0 15,3 15 0-15,3 12 0 16,1 8 0-16,2 6 0 16,3 2 0-16,0 30 0 15,0 21 0-15,0 17 0 0,0 5 0 16,10 8 0-16,-1-1 0 16,-5 0 0-16,-2 1 0 15,-2-7 0-15,0-11 0 16,0-12 0-16,0-16 0 15,2-20 0-15,10-13 0 16,7-4 0-16,6-21-8 16,6-26-222-16</inkml:trace>
  <inkml:trace contextRef="#ctx0" brushRef="#br0" timeOffset="2331.46">12968 3634 2035 0,'0'0'7'0,"0"0"-6"0,0 0 1 0,0 0-2 15,0 0 0-15,0 0 2 16,116-61-2-16,-87 53 0 16,0-2 0-16,-2 4 0 15,-8-1 0-15,-5 6-2 16,-5 1-1-16,-7 0-117 15</inkml:trace>
  <inkml:trace contextRef="#ctx0" brushRef="#br0" timeOffset="3607.98">13481 3611 2016 0,'0'0'24'16,"0"0"-21"-16,0 0-1 16,0 0 0-16,0 0-2 0,0 0 0 15,-75-23 0 1,52 50 0-16,-2 7 0 0,7 6 0 15,5 5 0-15,4-2 0 16,6-3 0-16,3-3 0 16,0-13 0-16,0-8 0 15,16-10 0-15,11-6 0 16,6 0 0-16,5-20 0 16,5-16 0-16,-3-8 0 15,-7-7 0-15,-10 1 0 16,-8 4 0-16,-13 4 0 15,-2 13 0-15,0 8 0 16,0 11 0-16,0 5 0 16,-4 5 0-16,-4 0 0 15,0 13 0-15,-1 13 0 0,4 8 0 16,5 0 0-16,0-2 0 16,0-4 0-16,17-7 0 15,12-9 0-15,6-10 0 16,7-2 0-16,10-2 0 15,-2-18 0-15,2-4 0 16,-7-7 0-16,-7-1 0 16,-12-6 0-16,-8-2 0 15,-12 0 0-15,-6 4 0 16,0 5 0-16,-6 12 0 0,-16 7 0 16,-3 7 0-1,-1 5 0-15,-6 0 0 0,1 28 0 16,-2 10 0-16,4 3 0 15,6 5 0-15,12-4 0 16,9-4 0-16,2-7 0 16,0-10 0-16,24-12 0 15,7-9 0-15,7 0 0 16,7-19 0-16,-2-11 0 16,-5-4 0-16,-7-3 0 15,-12-3 0-15,-7 5 0 16,-12 2 0-16,0 10 0 15,0 10 0-15,0 11 0 16,0 2 0-16,0 17 0 16,0 22 0-16,-7 18 0 0,4 11 0 15,3 14 0-15,0 13 0 16,0 11 0-16,0 7 0 16,0 1 0-16,0-5 0 15,0-2 0-15,0-11 0 16,-21-17 0-16,-13-19 0 15,-4-22 0-15,0-18 0 16,7-16 0-16,6-4 0 16,12-33 0-16,7-20 0 15,6-19 0-15,8-13 0 16,26 1 0-16,11 0 0 16,8 2 0-16,3 3 0 0,6-3 0 15,-2-1 0 1,2-4 0-16,-1 3 0 0,-8 4 0 15,-6 3 0-15,-12 3 0 16,-10 4 0-16,-9 7 0 16,-14 16 0-16,-2 18 0 15,0 15 0-15,-14 10 0 16,-5 4 0-16,-4 12 0 16,1 16 0-16,-2 12 0 15,1 7 0-15,5 5 0 16,3 6 0-16,3 3 0 15,10-4 0-15,2-3 0 16,0-8 0-16,14-9 0 16,15-11 0-16,9-16 0 15,8-10 0-15,12 0 0 0,0-28 0 16,-4-8 0-16,-10 0 0 16,-11 3 0-16,-12 5 0 15,-15 9 0-15,-6 6 0 16,0 7 0-16,-13 6 0 15,-24 0-2-15,-17 8-33 16,-15 10-890-16</inkml:trace>
  <inkml:trace contextRef="#ctx0" brushRef="#br0" timeOffset="4176.54">11509 4774 2033 0,'0'0'6'0,"0"0"-4"0,0 0 0 16,0 0 0-16,0 0 0 0,15 149-2 15,-13-91 0-15,-2 8 0 16,0 2 0-16,0 1 0 16,0-4 0-16,0 0 0 15,0-3 0-15,0-8 0 16,0-10 0-16,0-18 0 16,-2-17-6-16,0-9-253 15</inkml:trace>
  <inkml:trace contextRef="#ctx0" brushRef="#br0" timeOffset="4604.6">11658 4977 2020 0,'0'0'16'16,"0"0"-11"-16,0 0-3 16,0 0 0-16,0 0-2 15,0 0 2-15,92 48-2 16,-82-2 0-16,-1 5 0 15,-5-4 0-15,4 0 0 16,-4-3 0-16,-4-8 0 16,0-9 0-16,0-8 0 15,0-13 0-15,0-6 0 16,0-8 0-16,0-26 0 16,0-12 0-16,0-11 0 15,4-1 0-15,9 4 0 0,3 10 0 16,2 12 0-16,2 8 0 15,-2 12 0-15,-1 10 0 16,0 2 0-16,-5 0 0 16,5 20 0-16,-2 4 0 15,1 6 0-15,-5 3 0 16,-3 0 0-16,-4 3 0 16,0 0 0-16,-4 1 0 15,0-6 0-15,0-3 0 16,0-9 0-16,0-13-3 15,10-6-86-15,15-12-187 16,17-20-1403-16</inkml:trace>
  <inkml:trace contextRef="#ctx0" brushRef="#br0" timeOffset="6320.97">12313 4951 1971 0,'0'0'60'0,"0"0"-52"0,0 0-4 16,0 0-2-16,0 0 0 15,0 0-2-15,-79-41 0 16,64 78 0-16,1 8 0 16,10 5 0-16,4 0 0 15,0 1 0-15,0-3 0 16,21-5 0-16,5-10 0 16,3-11 0-16,3-13 0 0,1-9 0 15,0-2 0-15,5-28 0 16,0-10 0-16,-4-7 0 15,-6-6 0-15,-10-6 0 16,-14-10 0-16,-4 3 0 16,0 7 0-16,0 17 0 15,-8 20 0-15,-6 19 0 16,-5 3 0-16,0 18 0 16,2 17 0-16,5 3 0 15,8 1 0-15,4-2 0 16,0-5 0-16,11-9 0 15,13-10 0-15,9-9 0 16,9-4 0-16,2 0 0 16,3-11 0-16,-3-4 0 15,-6 3 0-15,-7 8 0 0,-11 4 0 16,-11 0 0-16,-7 14 0 16,-2 14 0-16,0 5 0 15,0 0 0-15,-6 1 0 16,-1-3 0-16,7-8 0 15,0-2 0-15,0-10 0 16,0-8 0-16,17-3 0 16,10-3 0-16,7-19 0 15,4-3 0-15,0-8 0 16,-4-1 0-16,-1 1 0 16,-10-4 0-16,-4-3 0 15,-8 2 0-15,-9 5 0 0,-2 10 0 16,0 11 0-16,0 8 0 15,-4 4 0-15,-8 0 0 16,-4 10 0-16,1 18 0 16,0 10 0-16,1 4 0 15,6 4 0-15,4-4 0 16,4-4 0-16,0-3 0 16,0-9 0-16,20-8 0 15,3-9 0-15,12-9 0 16,4 0 0-16,12-18 0 15,9-14 0-15,5-6-3 16,-2-8-4-16,-6-8-32 16,-12-8-108-16,-14-3 94 0,-13 4 53 15,-11 9 165 1,-7 15-120-16,0 15-20 0,-2 14-16 16,-14 8-7-16,1 0-1 15,-3 23 1-15,-3 11-2 16,0 9 0-16,2 8 0 15,4 0 0-15,1 2 0 16,8-7 0-16,4-6 0 16,2-10 0-16,0-7 0 15,4-15 0-15,14-5 0 16,8-3 0-16,9-8 0 16,2-18 0-16,1-6 0 0,-3-6 0 15,-8-6 0-15,-9-5 0 16,-11 2 0-16,-7 6 0 15,0 15 0-15,0 16 0 16,0 10 0-16,0 0 0 16,-4 6 0-16,-6 18 0 15,1 10 0-15,1 2 0 16,3 3 0-16,3-1 0 16,2-4 0-16,0-8 0 15,0-6 0-15,13-10 0 16,8-9 0-16,5-1 0 15,8-2 0-15,6-25 0 16,2-7 0-16,-2-5 0 0,-2-14 0 16,-5-7 0-1,-8-7 0-15,-8 1 0 0,-5 16 0 16,-10 16 0-16,-2 20 0 16,0 14 0-16,0 0 0 15,-14 20 0-15,1 16 0 16,-1 8 0-16,4 7 0 15,5-4 0-15,5-3 0 16,0-8 0-16,7-9 0 16,15-9 0-16,5-8 0 15,7-4 0-15,1-1 0 16,-4-3 0-16,-6 4 0 0,-10 5 0 16,-11 5 0-1,-4 1 0-15,-2 6 0 0,-25 3 0 16,-6-2 0-16,0-2 0 15,6-6 0-15,12-8 0 16,8-8 0-16,7 0 0 16,0 0 0-16,9-20 0 15,20-4 0-15,9-2 0 16,1 0 0-16,4-5 0 16,-1-5 0-16,3-3 0 15,-1-4 0-15,2-3 0 16,-9-7 0-16,-10 2 0 15,-10 1 0-15,-12 6 0 16,-5 12 0-16,0 14 0 16,0 11 0-16,-5 7 0 0,-8 0 0 15,-3 17 0-15,-1 16 0 16,-3 11 0-16,1 6 0 16,6 1 0-16,5 1 0 15,8-5 0-15,0-11 0 16,2-10 0-16,21-10 0 15,4-11 0-15,10-5 0 16,3 0 0-16,2-9 0 16,-3-11 0-16,-8-2 0 15,-5 1 0-15,-8 4 0 16,-10-2 0-16,-5 5 0 16,-3 4 0-16,-9 7 0 0,-24-1 0 15,-17 2-8-15,-12 2-297 16</inkml:trace>
  <inkml:trace contextRef="#ctx0" brushRef="#br0" timeOffset="7365.11">15882 2992 2033 0,'0'0'7'0,"0"0"-5"0,0 0-1 16,0 0 0-16,-100 192 0 15,66-67-1-15,-1 29 2 16,1 40-2-16,-1 27 0 15,-9 25 0-15,-6 15 0 16,-8-12 0-16,0-10 0 16,2-26 0-16,10-20 0 15,8-32 0-15,11-35 0 16,11-38 0-16,8-35 0 0,6-29 0 16,2-20 0-16,0-4 0 15,8-20 0-15,19-20 0 16,4-12 0-16,0-10 0 15,-2 1-2-15,-8-3 0 16,-10-5-38-16,-3-2-676 16</inkml:trace>
  <inkml:trace contextRef="#ctx0" brushRef="#br0" timeOffset="7675.54">16847 3402 2027 0,'0'0'13'0,"0"0"-10"16,0 0-2-16,0 0 0 15,0 0 1-15,0 0-2 16,0 15 0-16,-2 45 0 15,-7 14 0-15,-1 13 0 16,6 1 0-16,4-2 0 16,0-6 0-16,0-9 0 15,2-16 0-15,0-10 0 0,-2-13 0 16,0-14 0 0,0-14-3-16,-8-4-34 0</inkml:trace>
  <inkml:trace contextRef="#ctx0" brushRef="#br0" timeOffset="7929.83">16849 3479 2031 0,'0'0'10'15,"4"-120"-8"-15,10 77-1 16,3 14 0-16,8 6 1 16,2 11-2-16,4 8 0 15,3 4 0-15,-5 0 0 0,-9 15 0 16,-5 13 0-16,-13 8 0 15,-2 1 0-15,-14 3 0 16,-16 2 0-16,-10-4 0 16,2-5 0-16,2-4 0 15,5 2 0-15,12 1 0 16,5-3-2-16,11-5-14 16,3-10-219-16,9-13-248 15</inkml:trace>
  <inkml:trace contextRef="#ctx0" brushRef="#br0" timeOffset="8684.74">17281 3596 2038 0,'0'0'4'0,"0"0"-3"16,0 0 1-16,0 0-2 15,0 0 2-15,0 0-2 16,-40 110 0-16,40-96 0 15,0-7 0-15,21-7 0 16,8 0 0-16,6-15 0 16,7-13 0-16,-6-3 0 15,-5 1 0-15,-15-4 0 16,-12-3 0-16,-4 2 0 16,-6 2 0-16,-19 8 0 15,0 9 0-15,3 14 0 16,-2 2 0-16,-3 18 0 0,-2 21 0 15,2 14 0-15,5 9 0 16,7 7 0-16,5 2 0 16,8-1 0-16,2-7 0 15,0-13 0-15,27-19 0 16,10-12 0-16,11-19 0 16,5 0 0-16,10-36 0 15,-1-20 0-15,-2-10 0 16,-7-9 0-16,-14-7 0 15,-15-1 0-15,-15-4 0 16,-9 13 0-16,0 16 0 16,-2 21 0-16,-14 24 0 15,1 13 0-15,1 0 0 0,1 5 0 16,9 19 0 0,4 2 0-16,0 2 0 0,10-1 0 15,19-4 0-15,5 2 0 16,1-6 0-16,3 4 0 15,-5-1 0-15,-4 6 0 16,-6 6 0-16,-7 8 0 16,-10 6 0-16,-6 7 0 15,0-1 0-15,0-6 0 16,-8-10 0-16,-6-12 0 16,5-14 0-16,5-12 0 15,0 0 0-15,0-20 0 16,4-20 0-16,0-14 0 15,0-9 0-15,17-1 0 0,5 2 0 16,1 4 0-16,5 10 0 16,-8 8 0-16,0 11 0 15,-11 13 0-15,0 13 0 16,-3 3 0-16,-3 0-2 16,-1 8-8-16,3 6-195 15,3 0-104-15</inkml:trace>
  <inkml:trace contextRef="#ctx0" brushRef="#br0" timeOffset="9997.06">18376 3423 1997 0,'0'0'35'0,"0"0"-27"0,0 0-5 0,0 0-1 16,0 0-2-16,0 0 2 15,-104-42-2-15,79 65 0 16,-10 14 0-16,7 13 0 16,1 4 0-16,7 4 0 15,9 2 0-15,9-6 0 0,2-5 0 16,0-8 0 0,17-10 0-16,12-13 0 0,9-15 0 15,9-3 0-15,9-25 0 16,4-17 0-16,3-11 0 15,-3-4 0-15,-10-4 0 16,-9-3 0-16,-17 0 0 16,-10 8 0-16,-5 10 0 15,-7 15 0-15,-2 16 0 16,0 12 0-16,-2 3 0 16,-19 12 0-16,-3 26 0 15,-5 11 0-15,3 5 0 16,7 2 0-16,9-2 0 15,7-6 0-15,3-6 0 0,0-10 0 16,7-10 0-16,13-9 0 16,11-13 0-16,11 0 0 15,10-14 0-15,6-17 0 16,-3-4 0-16,-4-6 0 16,-13-4 0-16,-9 0 0 15,-11-1 0-15,-7 2 0 16,-4 10 0-16,-4 9 0 15,-1 14 0-15,-2 11 0 16,0 0 0-16,0 0 0 16,0 20 0-16,0 12 0 15,0 6 0-15,-2 4 0 16,-1-2 0-16,0 0 0 0,3-8 0 16,0-4 0-16,0-7 0 15,8-12 0-15,16-9 0 16,12 0 0-16,6-11 0 15,2-20 0-15,-1-7 0 16,-4-6 0-16,-7-8 0 16,-5-2 0-16,-7 4 0 15,-7 11 0-15,-6 17 0 16,-5 15 0-16,-2 7 0 16,0 0 0-16,0 18 0 15,0 8 0-15,-2 8 0 16,0 0 0-16,2-2 0 0,0-2 0 15,8-8 0-15,11-11 0 16,7-6 0-16,6-5 0 16,3 0 0-16,3-23 0 15,9-13 0-15,-1-10 0 16,2-8 0-16,-7-10 0 16,-14-7 0-16,-20-10 0 15,-7-3 0-15,0 6 0 16,-13 11 0-16,-1 21 0 15,3 21 0-15,0 12 0 16,0 13 0-16,0 0 0 16,0 32 0-16,1 16 0 15,2 15 0-15,8 7 0 16,0 6 0-16,0 2 0 16,0-1 0-16,0-3 0 0,2-9 0 15,2-8 0-15,3-15 0 16,5-9 0-16,-4-14 0 15,-1-11 0-15,-3-8-2 16,3-2-57-16,0-28-168 16,1-7-102-16</inkml:trace>
  <inkml:trace contextRef="#ctx0" brushRef="#br0" timeOffset="11175.89">19448 3378 2027 0,'0'0'13'0,"0"0"-10"0,0 0-1 16,0 0-2-1,0 0 2-15,0 0-2 0,164-71 0 16,-77 48 0-16,5 3 0 16,1 0 0-16,-13 4 0 15,-24-2 0-15,-19 0 0 16,-19 0 0-16,-15-2 0 16,-3 4 0-16,-5 5 0 15,-17 5 0-15,-5 6 0 16,-2 0 0-16,-2 21 0 15,-1 7 0-15,3 9 0 16,6 4 0-16,2 3 0 16,11 1 0-16,10-8 0 15,0-4 0-15,0-9 0 16,21-9 0-16,12-9 0 16,8-6 0-16,6 0 0 0,2-15 0 15,-3-11 0-15,-3-8 0 16,-9-5 0-16,-12-7 0 15,-7-6 0-15,-8 2 0 16,-7 4 0-16,0 16 0 16,0 14 0-16,0 16 0 15,-5 0 0-15,-3 15 0 16,-4 14 0-16,3 9 0 16,7-2 0-16,2-1 0 15,0-8 0-15,14-7 0 16,12-9 0-16,10-10 0 0,9-1 0 15,10-1 0-15,8-21 0 16,-1-5 0-16,-4-5 0 16,-18-2 0-16,-20-6 0 15,-17-6 0-15,-3-2 0 16,-7 4 0-16,-13 11 0 16,-1 13 0-16,2 16 0 15,-6 4 0-15,0 11 0 16,-1 21 0-16,1 8 0 15,5 1 0-15,9-3 0 16,4-1 0-16,7-7 0 16,0-9 0-16,0-10 0 15,18-7 0-15,9-4 0 16,7 0 0-16,1-10 0 16,-1-12 0-16,-5-6 0 0,-7-2 0 15,-7 0 0-15,-4 3 0 16,-6 10 0-16,0 11 0 15,-3 6 0-15,-2 0 0 16,2 22 0-16,0 18 0 16,0 10 0-16,0 10 0 15,5 12 0-15,-1 11 0 16,0 11 0-16,-4 15 0 16,-2 9 0-16,0 0 0 15,-14-6 0-15,-13-18 0 16,-2-25 0-16,-4-23 0 15,1-24 0-15,3-21 0 0,0-1 0 16,12-27 0-16,11-23 0 16,6-17 0-16,8-15 0 15,32-10 0-15,12-5 0 16,10 5 0-16,5 10 0 16,2 3 0-16,-2 6 0 15,-4 1 0-15,-11-1 0 16,-10 2 0-16,-10 0 0 15,-14 5 0-15,-14 12 0 16,-4 14 0-16,0 13 0 16,-15 19 0-16,-14 8 0 15,-7 7 0-15,-3 27 0 16,-2 11 0-16,5 11 0 0,9 7 0 16,14-2 0-16,10-4 0 15,3-5 0-15,12-9 0 16,24-11 0-16,13-12 0 15,11-10 0-15,7-10 0 16,4 0 0-16,-4-12 0 16,-12-15 0-16,-7-3 0 15,-17-2 0-15,-14-1 0 16,-17-2 0-16,0 4-9 16,-42 6-189-16,-20 6-94 15</inkml:trace>
  <inkml:trace contextRef="#ctx0" brushRef="#br0" timeOffset="11701.59">17557 4561 2032 0,'0'0'8'0,"0"0"-5"0,0 0-2 15,0 0 0-15,0 0 1 16,0 149-2-16,5-50 0 16,-3-4 0-16,1-4 0 15,1-11 0-15,3-10 0 16,-1-8 0-16,-1-9 0 16,-3-7 0-16,-2-16 0 15,0-22 0-15,0-8-25 16,0-38-305-16</inkml:trace>
  <inkml:trace contextRef="#ctx0" brushRef="#br0" timeOffset="12007.55">17373 4732 1951 0,'0'0'88'0,"0"0"-85"16,0 0-1-16,0 0-1 15,0 0 1-15,0 0-2 16,189-84 0-16,-96 116 0 15,6 10 0-15,-7 12 0 16,-6 4 0-16,-19 3 0 16,-23 3 0-16,-23-4 0 15,-21 0 0-15,-18 0 0 16,-36-6 0-16,-15-4 0 16,-16-1 0-16,-6-12 0 15,-5-10 0-15,5-16 0 16,17-11 0-16,23-1 0 0,22-27 0 15,25-10 0-15,4-2 0 16,31-3-4-16,25-1-22 16,12 0-190-16,20 1-167 15</inkml:trace>
  <inkml:trace contextRef="#ctx0" brushRef="#br0" timeOffset="12436.55">18356 4764 2040 0,'0'0'3'16,"0"0"-1"-16,0 0 0 16,0 0-2-16,0 0 0 15,0 0 0-15,-105 87 0 16,98-56 0-16,7 0 0 16,0-5 0-16,20-8 0 0,15-8 0 15,10-10 0-15,4 0 0 16,5-20 0-16,-3-13 0 15,-5-3 0-15,-10-4 0 16,-18 0 0-16,-18-4 0 16,0 1 0-16,-22 5 0 15,-13 11 0-15,1 13 0 16,-2 12 0-16,5 2 0 16,-2 18 0-16,4 18 0 15,4 8 0-15,2 8 0 0,13 0 0 16,5-2 0-16,5-1 0 15,0-7 0-15,15-8 0 16,11-7 0-16,11-14 0 16,10-13 0-16,11 0 0 15,9-12 0-15,8-20 0 16,1-8 0-16,-5-9-7 16,-6-5-106-16,-11-8-87 15,-12-2-338-15</inkml:trace>
  <inkml:trace contextRef="#ctx0" brushRef="#br0" timeOffset="14145.88">18986 4507 2010 0,'0'0'26'0,"0"0"-20"16,0 0-4-16,0 0-1 15,0 0 1-15,-122 16-2 16,101 27 0-16,1 7 0 0,7 1 0 16,7 4 0-16,6-5 0 15,0-4 0-15,0-8 0 16,8-5 0-16,10-12 0 15,8-6 0-15,13-13 0 16,7-2 0-16,8-6 0 16,6-23 0-16,0-7 0 15,-4-6 0-15,-10-13 0 16,-10-10 0-16,-13-13 0 16,-14-3-2-16,-9 3 2 15,0 16 0-15,0 18 0 16,0 18 0-16,-14 16 2 0,0 10-2 15,-1 0 0 1,-1 20 0-16,3 14 0 0,0 10 0 16,10 2 0-16,3-3 0 15,0-6 0-15,20-6 0 16,10-9 0-16,7-5 0 16,4-10 0-16,3-6 0 15,-4-1 0-15,-1 0 0 16,-14 0 0-16,-4 6 0 15,-13 7 0-15,-8 7 0 16,0 6 0-16,-2 6 0 16,-15-2 0-16,-1 2 0 15,7-7 0-15,5-6 0 0,6-5 0 16,0-10 0-16,0-4 0 16,21 0 0-16,12-2 0 15,10-20 0-15,6-6 0 16,5-4 0-16,6-11 0 15,0-2 0-15,0-5 0 16,-16 0 0-16,-10 1 0 16,-20 8 0-16,-12 4 0 15,-2 14 0-15,-7 8 0 16,-15 9 0-16,-3 6 0 16,-2 0 0-16,3 10 0 15,-2 13 0-15,3 8 0 0,3 8 0 16,4 1 0-1,8 6 0-15,3-4 0 0,5-2 0 16,0-3 0-16,16-10 0 16,15-4 0-16,9-10 0 15,7-7 0-15,9-6 0 16,6 0 0-16,5-8 0 16,4-18 0-16,12-8 0 15,4-10 0-15,-6-7 0 16,-6-12 0-16,-25-4 0 15,-21 4 0-15,-22 8 0 16,-7 13 0-16,-15 18 0 16,-19 14 0-16,-1 10 0 15,-4 0 0-15,1 28 0 0,0 10 0 16,3 9 0-16,8 0 0 16,5 4 0-16,11-8 0 15,9-3 0-15,2-8 0 16,2-7 0-16,31-11 0 15,11-8 0-15,12-6 0 16,-2 0 0-16,-2-22 0 16,-11-6 0-16,-5-6 0 15,-13-6 0-15,-8-7 0 16,-10 1 0-16,-5 5 0 16,0 8 0-16,0 13 0 15,0 11 0-15,0 9 0 16,-3 0 0-16,-6 9 0 0,-1 17 0 15,-7 10 0-15,5 0 0 16,3 0 0-16,9-4 0 16,0-4 0-16,4-6 0 15,18-5 0-15,9-9 0 16,5-8 0-16,6 0 0 16,0-13 0-16,1-14 0 15,1-8 0-15,6-9 0 16,0-7 0-16,-4-14 0 15,-4-8 0-15,-11-7 0 16,-9 5 0-16,-11 12 0 16,-9 19 0-16,-2 22 0 0,-4 20 0 15,-26 2 0 1,-5 22 0-16,-2 15 0 0,3 7 0 16,8-2 0-16,13-2 0 15,10-6 0-15,3-6 0 16,13-6 0-16,23-8 0 15,12-4 0-15,9-6 0 16,0-2 0-16,1 3 0 16,-8 8 0-16,-8 3 0 15,-9 5 0-15,-15 6 0 16,-11 1 0-16,-7 5 0 16,-13-1 0-16,-26-2 0 15,-7-4 0-15,-4-5 0 16,8-4 0-16,9-5 0 0,11-11 0 15,11-1 0-15,6 0 0 16,5-16 0-16,0-13 0 16,27-7 0-16,13-8 0 15,9-5 0-15,0-1 0 16,3-1 0-16,-6 1 0 16,1 5 0-16,-5 1 0 15,-4 3 0-15,-16 1 0 16,-13 3 0-16,-9 5 0 15,0-1 0-15,-9 10 0 16,-11 6 0-16,3 9 0 16,-4 8 0-16,2 0 0 15,-6 25 0-15,-2 12 0 16,7 7 0-16,5 6 0 0,10-3 0 16,5-3 0-16,0-6 0 15,16-3 0-15,10-4 0 16,6-5 0-16,1-6 0 15,2-6 0-15,-4-4 0 16,1-8 0-16,-8-2 0 16,1 0 0-16,6-2-21 15,9-13-226-15,20 2-237 16</inkml:trace>
  <inkml:trace contextRef="#ctx0" brushRef="#br0" timeOffset="14317.71">21962 4328 1955 0,'0'0'89'0,"0"0"-88"0,0 0 1 16,0 0-2-16,0 0 0 15,0 0 0-15,12-7 0 16,-12 7 0-16,0 0 0 16,0 0 0-16,-16 0 0 15,-22-10-3-15,-11-6-738 16</inkml:trace>
  <inkml:trace contextRef="#ctx0" brushRef="#br0" timeOffset="55217.52">3790 7049 1977 0,'0'0'27'0,"0"0"-10"0,0 0-5 0,0 0-7 16,-142 5-3-16,106 21 0 16,2 11-2-16,3 10 1 15,2 16 0-15,6 7-1 16,6 8 1-16,7-4-1 16,8-6 0-16,2-7 0 15,0-15 0-15,17-14 0 16,12-12 0-16,14-16 0 0,7-4 0 15,6-12 0-15,7-26 0 16,-5-14 0-16,-7-16 0 16,-7-18 0-16,-12-10 0 15,-12-5 0-15,-16 1 0 16,-4 11 0-16,-2 14 2 16,-25 22-2-16,-4 16 0 15,-4 23 0-15,1 14 0 16,1 0 0-16,2 10 0 15,2 25 0-15,2 9 0 16,2 12 0-16,6 12 0 16,11 4 0-16,8 1 0 15,0-5 0-15,23-8 0 0,8-6 0 16,4-8 0-16,1-6 0 16,-1-3 0-16,-8-6 0 15,-6 4 0-15,-11 1 0 16,-7 0 0-16,-3-2-4 15,-5-6-1301-15</inkml:trace>
  <inkml:trace contextRef="#ctx0" brushRef="#br0" timeOffset="55570.27">2874 8229 1986 0,'0'0'30'0,"0"0"-22"0,0 0-3 16,0 0 2-16,0 0-3 15,128 18-1-15,-24-54-1 16,21-14-2-16,11-6 2 15,7 0-2-15,2 4 0 16,-5 9 0-16,-16 14 0 16,-23 7 0-16,-25 7 0 15,-28 12 0-15,-18 0 0 16,-15 3 0-16,-13 0 0 0,-2 0 0 16,-6 3 0-16,-28 11-2 15,-15 4-1-15,-18 1-281 16</inkml:trace>
  <inkml:trace contextRef="#ctx0" brushRef="#br0" timeOffset="55855.78">3009 8510 1999 0,'0'0'29'16,"0"0"-22"-16,0 0-3 15,0 0-1-15,-79 103-1 16,89-96-1-16,34-7-1 0,25-3 2 16,26-42-2-16,24-15 0 15,10-6 0-15,7 2 0 16,-5 11 0-16,-17 16 0 16,-20 13 0-16,-30 7 0 15,-22 9 0-15,-17 4 0 16,-14 4 0-16,-8 0 0 15,-3 0 0-15,-7 3 0 16,-27-3-3-16</inkml:trace>
  <inkml:trace contextRef="#ctx0" brushRef="#br0" timeOffset="103504.63">6624 7207 1607 0,'0'0'391'0,"0"0"-373"15,0 0-5-15,0 0-5 0,0 0-4 16,0 0-2-16,-118-43-1 15,96 43 0-15,-2 22-1 16,-3 14 0-16,0 11 2 16,0 8-2-16,8 3 0 15,-2 1 0-15,13-3 0 16,6-3 0-16,2-11 0 16,4-10 0-16,21-7 0 15,8-13 0-15,7-5 0 16,6-7 0-16,3 0 0 15,-1-12 0-15,-4-12 0 16,-6-6 0-16,-5-5 0 16,-8-3 0-16,-7-6 0 0,-14-2 0 15,-4-4 0-15,0-1 0 16,-6 8 0-16,-10 5 0 16,-5 14 0-16,2 9 0 15,-6 14 0-15,-2 1 0 16,-2 1 0-16,2 19 0 15,4 5 0-15,2-2 0 16,8 0-2-16,10-7 1 16,3-6-16-16,0-10-328 15</inkml:trace>
  <inkml:trace contextRef="#ctx0" brushRef="#br0" timeOffset="103774.06">7021 6997 2001 0,'0'0'33'0,"0"0"-26"0,0 0-4 16,0 0-2-16,0 0 1 16,0 0-2-16,-11 63 0 15,5-10 0-15,1 2 0 16,-2 8 0-16,1-6 0 15,3 4 0-15,-1-7 0 16,0-4 0-16,-4-1 0 16,2-8 0-16,-5-1 0 15,1-4 0-15,-2-9-2 0,-1-12-35 16</inkml:trace>
  <inkml:trace contextRef="#ctx0" brushRef="#br0" timeOffset="104306.6">7439 7199 2019 0,'0'0'17'0,"0"0"-13"0,0 0-1 16,0 0-2-16,0 0 0 15,-121-22-1-15,92 45 0 16,0 8 2-16,2 7-2 16,6 2 0-16,9 2 0 15,3-2 0-15,7 0 0 16,2-5 0-16,0-8 0 16,8-9 0-16,24-5 0 15,5-13 0-15,5 0 0 16,3-11 0-16,-3-23 0 15,1-12 0-15,-9-12-2 16,-8-10 2-16,-8-8 0 16,-12-2 0-16,-4-3 0 15,-2 6 0-15,0 8 0 0,0 17 0 16,0 16 0-16,0 13 2 16,0 15-2-16,0 4 0 15,0 2 0-15,0 5 0 16,0 16 0-16,0 16 0 15,0 6 0-15,0 14 0 16,0 5 0-16,0 5 0 16,0 1 0-16,0 2 0 15,0 0 0-15,-4-2 0 16,-9-4 0-16,2-3 0 16,-1-11 0-16,4-14-2 0,4-14-26 15</inkml:trace>
  <inkml:trace contextRef="#ctx0" brushRef="#br0" timeOffset="104884.67">8162 7227 2019 0,'0'0'15'0,"0"0"-11"0,0 0-1 0,0 0-1 0,0 0-1 16,0 0 0-16,-69 22-1 16,98-22 2-16,15 0-2 15,10 0 0-15,8-18 0 16,1-4 0-16,1-2 0 15,-4 2 0-15,-6 0 0 16,-12-1 0-16,-9 4 0 16,-10-6 0-16,-10 4 0 15,-10 0 0-15,-3 3 0 16,-5 4 0-16,-21 6 0 16,-5 4 0-16,-8 4 0 15,3 0 0-15,3 0 0 16,4 0 0-16,14 2 0 0,5 2 0 15,10 1 0-15,0-4 0 16,21 2 0-16,16-3 0 16,13 0 0-16,-4 0 0 15,-4 0 0-15,-5 0 0 16,-13 7 0-16,-9 9 0 16,-8 7 0-16,-7 2 0 15,0 5 0-15,0 2 0 16,-17 4 0-16,-2 1 0 15,0-2 0-15,-1 2 0 16,1-3 0-16,4-2 0 16,1-4 0-16,4-10-2 0,1-8-8 15</inkml:trace>
  <inkml:trace contextRef="#ctx0" brushRef="#br0" timeOffset="105492.5">9454 6954 1999 0,'0'0'29'0,"0"0"-20"0,0 0-4 0,0 0-3 15,0 0-1-15,-127-64-1 16,97 85 2-16,2 6-2 16,3 2 0-16,8 3 0 15,8-5 0-15,9-3 0 16,1-4 0-16,34-8 0 16,7-2 0-16,4-2 0 15,4 2 0-15,-5 2 0 16,-10 7 0-16,-6 4 0 15,-11 4 0-15,-10 0 0 16,-8 4 0-16,0 1 0 16,-17 2 0-16,-18 0 0 0,-3-1 0 15,-5-2 0-15,3-8 0 16,7-7 0-16,4-13 0 16,10-3 0-16,7-3 0 15,12-21 0-15,0-15 0 16,8-9 0-16,23-12 0 15,5-6 0-15,3-2 0 16,-6 1 0-16,-4 13 0 16,-8 10 0-16,-7 12 0 15,-9 8 0-15,-5 9 0 16,0 8 0-16,-14 6 0 16,-6 1 0-16,0 0 0 15,0 0 0-15,0 14 0 0,0 9 0 16,7 4 0-16,1 5 0 15,3-1 0-15,1 0 0 16,-4 2-9-16,0-5-478 16</inkml:trace>
  <inkml:trace contextRef="#ctx0" brushRef="#br0" timeOffset="105919.37">10078 7016 2037 0,'0'0'5'0,"0"0"-3"0,0 0-1 16,0 0 1-16,0 0-2 15,0 0 0-15,-131 20 0 16,108 21 0-16,6 2 0 15,5 4 0-15,10-3 0 16,2-6 0-16,0-8 0 16,18-8 0-16,13-10 0 15,5-6 0-15,1-6 0 16,4-2 0-16,-3-20 0 16,-3-10 0-16,-8-4 0 0,-10-5 0 15,-11 2 0-15,-6 2 0 16,0 5 0-1,-21 7 0-15,-3 8 0 0,-3 11 0 16,0 6 0-16,3 0 0 16,4 19 0-16,4 2 0 15,7 3 0-15,9 0 0 16,0-1-2-16,0-5-4 16,4-5-219-16</inkml:trace>
  <inkml:trace contextRef="#ctx0" brushRef="#br0" timeOffset="106310.57">10477 6978 2024 0,'0'0'15'0,"0"0"-11"16,0 0-2-16,0 0 0 15,0 0-2-15,0 0 0 16,-58 21 0-16,36 14 0 15,6 1 0-15,3 3 0 16,5-1 0-16,8-7 0 16,0 0 0-16,0-11 0 15,19-7 0-15,5-11 0 16,3-2 0-16,2-2 0 16,0-19 0-16,-5-6 0 0,-1-3 0 15,-9-3 0-15,-6-4 0 16,-8-3 0-16,0 2 0 15,0 6 0-15,-22 9 0 16,-7 12 0-16,-5 9 0 16,1 2 0-16,2 6 0 15,2 16 0-15,4 6 0 16,8 2 0-16,7 0 0 16,4 0-2-16,-1-6-5 15,5-6-290-15</inkml:trace>
  <inkml:trace contextRef="#ctx0" brushRef="#br0" timeOffset="106931.08">10973 6860 2023 0,'0'0'17'0,"0"0"-14"0,0 0-1 15,0 0 0-15,0 0-2 16,0 0 0-16,-6 68 0 16,2-16 0-16,-5 2 0 15,2 9 0-15,-4 3 0 16,-2-2 0-16,-1-5 0 16,3-9 0-16,6-12 0 0,5-15 0 15,0-13 0-15,0-10 0 16,3 0 0-16,12-12 0 15,-1-20 0-15,-1-12 0 16,-4-6 0-16,-2-10 0 16,-3-7 0-16,1-3 0 15,1 1 0-15,4 2 0 16,5 11 0-16,7 12 0 16,3 10 0-16,4 14 0 15,-3 7 0-15,1 11 0 16,-3 2 0-16,-3 2 0 15,-6 17 0-15,-11 4 0 16,-4 6 0-16,0 3 0 0,-19 2 0 16,-14 2 0-1,-8-2 0-15,3-1 0 0,3-8 0 16,3-6 0-16,12-12 0 16,11-3 0-16,7-4 0 15,2 0 0-15,0 0 0 16,5 0 0-16,17 0 0 15,1 8 0-15,-2 6 0 16,0 9 0-16,-6 3 0 16,-2 3 0-16,1 1 0 15,-3-2 0-15,0-1 0 16,0-9 0-16,5-6 0 0,-1-8-3 16,8-4-68-1,8 0-426-15</inkml:trace>
  <inkml:trace contextRef="#ctx0" brushRef="#br0" timeOffset="107315.59">11573 6892 1970 0,'0'0'55'0,"0"0"-41"0,0 0-10 15,0 0-2-15,0 0 0 16,0 0-2-16,-138-82 0 15,104 97 0-15,7 12 0 16,8 1 0-16,8-2 0 16,11-6 0-16,0-2 0 0,13-2 0 15,20-2 0-15,7 0 0 16,3 1 0-16,-1-2 0 16,-6 1 0-16,-7 0 0 15,-7 2 0-15,-9-4 0 16,-3 0 0-16,-8-2 0 15,-2-1 0-15,0 1 0 16,-16-5 0-16,-11 4 0 16,-6-5 0-16,-3-3 0 15,3-1 0-15,4 3 0 16,4-3 0-16,3 1 0 16,4 4 0-16,4-5 0 0,4 0-2 15,5 0-111-15</inkml:trace>
  <inkml:trace contextRef="#ctx0" brushRef="#br0" timeOffset="107586.54">12302 7132 2029 0,'0'0'11'0,"0"0"-8"0,0 0-1 0,0 0 0 15,-34 125-2-15,14-71 0 16,-2 4 0-16,-3-2 0 16,1-2 0-16,-5-1 0 15,0-7 0-15,-2-8 0 16,-2-10 0-16,6-11-218 15</inkml:trace>
  <inkml:trace contextRef="#ctx0" brushRef="#br0" timeOffset="108212.57">13454 6854 2026 0,'0'0'14'0,"0"0"-11"0,0 0-1 0,0 0 0 16,0 0-2-16,0 0 0 16,-40 72 0-16,22-14 0 15,-1 7 0-15,4 3 0 16,-1-3 0-16,3-3 0 16,0-7 0-16,2-9 0 15,2-12 0-15,5-10 0 16,1-16-2-16,3-8-130 15</inkml:trace>
  <inkml:trace contextRef="#ctx0" brushRef="#br0" timeOffset="108550.51">13304 6967 2037 0,'0'0'6'0,"0"0"-4"15,0 0 0-15,0 0-2 16,0 0 0-16,0 0 0 15,89 101 0-15,-55-49 0 16,-3 5 0-16,-2-3 0 16,-2-6 0-16,0-14 0 15,-3-12 0-15,0-15 0 16,5-7 0-16,0-7 0 16,2-25 0-16,-4-13 0 15,-4-6 0-15,-10-6 0 0,-9-7 0 16,-4-6 0-16,0-2 0 15,0 1 0-15,0 15 0 16,5 18 0-16,2 20 0 16,-1 14 0-16,1 4 0 15,2 12 0-15,-2 19 0 16,-5 5 0-16,-2 1-3 16,0 6-30-16,0-3-548 15</inkml:trace>
  <inkml:trace contextRef="#ctx0" brushRef="#br0" timeOffset="109437.65">14082 7103 2031 0,'0'0'10'0,"0"0"-9"15,0 0 1-15,0 0-1 16,0 0 1-16,0 0-2 15,-7 75 0-15,27-71 0 16,7-4 0-16,7-4 0 16,1-15 0-16,-1-8 0 15,-8-1 0-15,-8-2 0 16,-11 0 0-16,-7 2 0 16,0 6 0-16,-18 6 0 0,-7 8 0 15,-4 8 0-15,-2 2 0 16,0 25 0-16,-3 10 0 15,5 9 0-15,3 3 0 16,4 5 0-16,10-6 0 16,12-4 0-16,0-10 0 15,14-13 0-15,19-8 0 16,5-13 0-16,7 0 0 16,4-7 0-16,4-16 0 15,3-9 0-15,-1-4 0 16,-5-7 0-16,-8-4 0 15,-16-1 0-15,-9 0 0 16,-15 9 0-16,-2 11 0 0,0 14 0 16,0 12 0-1,-14 2 0-15,-1 12 0 0,-1 18 0 16,3 6 0-16,4 0 0 16,9 0 0-16,0-1 0 15,0-6 0-15,15-4 0 16,8-9 0-16,4-11 0 15,2-5 0-15,6 0 0 16,5-17 0-16,3-10 0 16,-8-3 0-16,-4-3 0 15,-9-6 0-15,-6 7 0 16,-9 4 0-16,-5 10 0 0,-2 13 0 16,0 5 0-1,0 0 0-15,0 7 0 0,-2 17 0 16,-5 6 0-16,7 3 0 15,0 0 0-15,0-1 0 16,0-3 0-16,7-9 0 16,13-6 0-16,3-7 0 15,2-7 0-15,10 0 0 16,2-9 0-16,3-17 0 16,-2-9 0-16,-9-1 0 15,-4-8 0-15,-15-4 0 16,-7-4 0-16,-3-8 0 15,-3 1 0-15,-18 1 0 16,-6 7 0-16,0 10 0 16,-4 13 0-16,0 12 0 0,4 10 0 15,0 6 0-15,2 0 0 16,2 20 0-16,0 14 0 16,-2 4 0-16,3 3-2 15,-2-7-146-15</inkml:trace>
  <inkml:trace contextRef="#ctx0" brushRef="#br0" timeOffset="110268.18">15737 7034 2029 0,'0'0'10'0,"0"0"-8"0,0 0 0 16,0 0 0-16,0 0-2 16,0 0 2-16,58 34-2 0,3-34 0 15,5 0 0-15,13 0 0 16,7-4 0-16,13-10 0 15,-4-8 0-15,-3 0 0 16,-17-4 0-16,-15-1 0 16,-19-3 0-16,-17 1 0 15,-15 1 0-15,-9 0 0 16,-9 7 0-16,-25 4 0 16,-12 9-2-16,-6 1 2 15,1 7 0-15,5 0 0 16,8 0 0-16,9 0 2 15,11 12-2-15,13 2 0 16,5-2 0-16,9 3 0 16,29-7 0-16,9-7 0 0,9 2 0 15,0 1 0 1,-6 1 0-16,-5 2 0 0,-13 5 0 16,-13 2 0-16,-7 7 0 15,-10 2 0-15,-2 2 0 16,0 2 0-16,-19 1 0 15,0-2 0-15,-1 0 0 16,2-2 0-16,-2-2 0 16,6 0 0-16,4-4 0 15,3-5-2-15,7-5-107 16</inkml:trace>
  <inkml:trace contextRef="#ctx0" brushRef="#br0" timeOffset="110786.65">17817 6832 2013 0,'0'0'22'0,"0"0"-17"0,0 0-2 0,0 0-2 15,0 0 0-15,0 0 1 16,-137-85-2-16,97 85 0 0,0 10 0 16,2 15 0-16,-2 6 0 15,7 6 0-15,1 1 0 16,10 0 0 0,9-3 0-16,11-4 0 0,2-7 0 15,7-6 0-15,32-10 0 16,13-6 0-16,4-2 0 15,4-6 0-15,-7-18 0 16,-6-6 0-16,-7-6 0 16,-17-3 0-16,-6-3 0 15,-12 3 0-15,-5 7 0 16,0 8 0-16,0 12 0 16,0 8 0-16,0 4 0 15,0 0 0-15,-2 17 0 0,-8 17 0 16,3 11 0-16,3 6 0 15,-2 6 0-15,1 1 0 16,-2-2 0-16,-2 1 0 16,-4-3 0-16,-1-3 0 15,1-1 0-15,2-7 0 16,0-9 0-16,4-16-9 16</inkml:trace>
  <inkml:trace contextRef="#ctx0" brushRef="#br0" timeOffset="111250.42">18511 6711 2022 0,'0'0'18'0,"0"0"-15"0,0 0-1 0,-6-104 0 0,-10 98-2 15,-4 6 0-15,-5 0 0 16,-1 22 0-16,-6 14 0 16,1 12 0-16,2 6 0 15,2 7 0-15,3 3 0 16,4-4 0-16,4 3 0 16,12-11 0-16,4-4 0 0,0-13 0 15,22-7 0 1,12-9 0-16,5-13 0 0,2-6 0 15,-1 0 0-15,-4-22 0 16,-7-6 0-16,-7-1 0 16,-9-1 0-16,-13 1 0 15,0-2 0-15,-11 9 0 16,-18 8 0-16,-4 12 0 16,-5 2 0-16,0 4 0 15,4 20 0-15,3 7 0 16,9 0 0-16,7 3 0 15,8-6 0-15,7-2 0 16,0-8 0-16,22-10-2 0,10-8-27 16,10 0-251-16</inkml:trace>
  <inkml:trace contextRef="#ctx0" brushRef="#br0" timeOffset="111632.65">19072 6739 2029 0,'0'0'11'0,"0"0"-8"0,0 0-1 16,0 0 0-16,0 0-2 15,0 0 0-15,-117 22 0 16,97 23 0-16,4-4 0 16,3 4 0-16,4-5 0 15,9-2 0-15,0-4 0 0,0-8 0 16,9-6 0-16,18-10 0 15,4-10 0-15,9 0 0 16,-1-16 0-16,2-12 0 16,-3-8 0-16,-9-6 0 15,-11-4 0-15,-11-4 0 16,-7 0 0-16,0 3 0 16,-21 9 0-16,-8 12 0 15,-2 11 0-15,0 10 0 16,2 5 0-16,0 0 0 15,4 18 0-15,3 8 0 16,4 7 0-16,5-4 0 16,-1-3-3-16,6-2-220 0</inkml:trace>
  <inkml:trace contextRef="#ctx0" brushRef="#br0" timeOffset="112301.72">19926 6607 2025 0,'0'0'16'0,"0"0"-14"0,0 0 0 0,0 0 0 0,0 0-2 16,0 0 0-16,-4 56 0 15,-5 0 0-15,-3 7 0 16,-1 2 0-16,3-1 0 16,-2-3 0-16,1-7 0 15,0-12 0-15,8-7 0 16,-1-14 0-16,2-9 0 16,2-7 0-16,0-5 0 15,0 0 0-15,0-23 0 16,0-11 0-16,0-8 0 15,0-12 0-15,0-14 0 16,0-18 0-16,6-14 0 0,19 0 0 16,5 8 0-1,6 21 0-15,-2 21 0 0,-3 15 0 16,-2 17 0-16,2 9 0 16,-4 9 0-16,-2 0 0 15,-5 15 0-15,-7 20 0 16,-9 4 0-16,-4 10 0 15,0 2 0-15,-21 6 0 16,-12-1 0-16,-8-4 0 16,-3-2 0-16,-1-13 0 15,7-14 0-15,7-8 0 16,16-15 0-16,7 0 0 16,8-15 0-16,0-11 0 15,23 1 0-15,6 5 0 0,2 10 0 16,-2 10 0-16,-2 0 0 15,-7 18 0-15,4 10 0 16,-4 7 0-16,1 2 0 16,0-1 0-16,6-4 0 15,-4-4 0-15,1-6 0 16,-2-8 0-16,1-7-2 16,-1-7-10-16,3 0-215 15</inkml:trace>
  <inkml:trace contextRef="#ctx0" brushRef="#br0" timeOffset="112676.55">20530 6573 1983 0,'0'0'38'0,"0"0"-25"0,0 0-5 0,7-106-6 16,-14 100-1-16,-16 6 1 15,-3 0-2-15,-5 0 0 16,2 16 0-16,0 10 0 15,7 5 0-15,8 2 0 16,8 1 0-16,6-4 0 16,0-4 0-16,22-4 0 15,9-2 0-15,1-2 0 16,1 3 0-16,-4-2 0 16,-5 2 0-16,-2-2 0 0,-8 1 0 15,-3-1 0 1,-9-3 0-16,-2-1 0 0,0 0 0 15,-4-1 0-15,-15-4 0 16,-4 0 0-16,0-4 0 16,-4-5 0-16,3-1 0 15,-1 0 0-15,0 0 0 16,8-1 0-16,-1-11 0 16,5 0-2-16,4 2-62 15</inkml:trace>
  <inkml:trace contextRef="#ctx0" brushRef="#br0" timeOffset="113089.55">20915 6959 1821 0,'0'0'192'0,"0"0"-174"0,0 0-10 0,0 0-5 16,0 0-1-16,0 0-2 15,50 0 1-15,-50 0-1 16,0 2 0-16,0 11 0 16,-7-3 0-16,-9-2 2 15,3-3-2-15,-3-3 0 16,7-2 0-16,1 0 0 16,2 0 0-16,6 0 0 15,0-5 0-15,0-3 0 16,0 0 0-16,0-3-2 15,4 4-65-15</inkml:trace>
  <inkml:trace contextRef="#ctx0" brushRef="#br0" timeOffset="115414.97">7046 8576 2007 0,'0'0'22'16,"0"0"-13"-16,0 0-5 0,0 0-2 15,0 0-1-15,0 0 1 16,0-52-2-16,0 92 0 16,0 14 0-16,-5 15 0 15,-1 5 0-15,-1 3 0 16,0 3 0-16,5-6 0 15,0-9 0-15,2-9 0 16,0-9 0-16,-2-8 0 16,2-10 0-16,0-11 0 0,0-8 0 15,4-10 0 1,16 0-2-16,2-24-17 0,-2-9-846 16</inkml:trace>
  <inkml:trace contextRef="#ctx0" brushRef="#br0" timeOffset="115887.89">7200 8929 2005 0,'0'0'22'0,"0"0"-14"16,0 0-2-16,0 0-4 0,0 0-1 15,0 0 0-15,35-97-1 16,-16 91 2-16,4 5-2 15,-5 1 0-15,0 0 0 16,0 26 0-16,-10 8 0 16,0 7 0-16,-8 7 0 15,0-4 0-15,0-5 0 16,-5-3 0-16,-13-5 0 16,-1-6 0-16,3-12 0 15,2-7 0-15,5-6 0 16,9-2 0-16,0-26 0 15,5-13 0-15,21-6 0 16,6-6 0-16,1-1 0 16,-2 6 0-16,-2 10 0 15,-4 10 0-15,-5 14 0 0,-3 10 0 16,0 4 0-16,-5 4 0 16,-1 24 0-16,1 8 0 15,-8 6 0-15,-2 5 0 16,-2-2 0-16,0 2 0 15,0-7 0-15,0-7 0 16,0-3 0-16,0-9 0 16,0-6 0-16,0-14-2 15,0-1-98-15</inkml:trace>
  <inkml:trace contextRef="#ctx0" brushRef="#br0" timeOffset="116666.22">7794 8726 1989 0,'0'0'38'0,"0"0"-28"0,0 0-5 15,0 0-3-15,0 0-1 16,0 0-1-16,-38 17 2 16,20 28-2-16,3 8 0 15,1 3 0-15,3 0 0 16,3 1 0-16,3-7 0 15,5-6 0-15,0-12 0 16,5-8 0-16,19-15 0 16,10-9 0-16,3 0 0 0,5-13 0 15,1-19 0-15,3-9 0 16,0-7 0-16,-4-6 0 16,-7-8 0-16,-10-4 0 15,-10 1 0-15,-12 12 0 16,-3 11 0-16,0 20 0 15,-20 11 0-15,-3 11 0 16,4 0 0-16,3 8 0 16,5 15 0-16,9-1 0 15,2-3 0-15,0 2 0 16,21-7 0-16,6-5 0 16,7 0 0-16,-1-3 0 0,0 4 0 15,-4 4 0 1,-4 8 0-16,-9 4 0 0,-7 4 0 15,-9 3 0-15,0 7 0 16,0-7 0-16,-11 1 0 16,1-7 0-16,4-8 0 15,4-8 0-15,2-8 0 16,0-3 0-16,6 0 0 16,19 0 0-16,2-7 0 15,6-10 0-15,3 1-2 16,1-5 2-16,-3-4-1 15,-1-3 1-15,-8-6 0 16,-5-6 0-16,-7-6 0 16,-6-6 0-16,-2 2 0 15,-5 6 0-15,0 16 1 0,0 14-1 16,0 10 2-16,-12 4-2 16,-1 11 0-16,0 22 0 15,-1 13 0-15,3 4 0 16,2 2 0-16,0-2 0 15,7-6 0-15,2-5 0 16,0-7 0-16,0-6 0 16,6-8 0-16,15-4 0 15,4-4 0-15,6-9 0 16,4-1 0-16,5 0-9 16,16-5-271-16</inkml:trace>
  <inkml:trace contextRef="#ctx0" brushRef="#br0" timeOffset="117665.58">9020 8646 2005 0,'0'0'21'0,"0"0"-12"0,0 0-2 16,0 0-6-16,0 0 0 15,0 0 0-15,-125 3 1 16,100 16-2-16,6 9 0 15,-4 11 0-15,3 5 0 16,3 6 0-16,3 3 0 16,3-3 0-16,5-3 0 0,2-8 0 15,4-10 0-15,0-5 0 16,8-12 0-16,16-9 0 16,12-3 0-16,4-4 0 15,4-25 0-15,3-6 0 16,-5-12 0-16,-1-5 0 15,-8-10 0-15,-11 0 0 16,-8 2-2-16,-10 12 2 16,-4 18 2-16,0 11-2 15,0 18 0-15,0 1 0 16,-2 7 0-16,-12 21 0 16,1 11 0-16,0 3 0 0,4 4 0 15,4 0 0 1,3-4 0-16,2-4 0 0,0-10 0 15,2-7 0-15,23-16 0 16,6-5 0-16,7 0 0 16,7-26 0-16,1-9 0 15,1-12 0-15,0-5 0 16,-6-6 0-16,-12-4 0 16,-6-2 0-16,-9 7 0 15,-10 11 0-15,-4 15 0 16,0 20 0-16,-6 9 0 15,-12 2 0-15,-3 12 0 16,4 20 0-16,-1 6 0 16,5 5 0-16,9-3 0 15,4-5 0-15,0-6 0 0,0-8 0 16,17-4 0-16,5-7 0 16,5-1 0-16,0-1 0 15,-5 5 0-15,-4 5 0 16,-9 1 0-16,-9 6 0 15,0 0 0-15,-3 2 0 16,-16-1 0-16,-4-2 0 16,1-4 0-16,7-6 0 15,3-10 0-15,8-4 0 16,4 0 0-16,0-14 0 0,6-14 0 16,17-3 0-1,1-4 0-15,6-3 0 0,-1 0 0 16,2 0 0-16,-2 1 0 15,0 2 0-15,-8 0 0 16,-5-1 0-16,-5-2 0 16,-9 4 0-16,-2 4 0 15,0 7 0-15,0 13 0 16,0 7 0-16,-6 3 0 16,-5 10 0-16,-1 24 0 15,2 10 0-15,-1 5 0 16,1 1 0-16,6-2 0 15,4-3 0-15,0-8 0 16,0-7 0-16,6-8 0 0,17-10 0 16,8-11 0-1,5-1 0-15,-1 0 0 0,-6-5 0 16,-11-9 0-16,-9-6-17 16</inkml:trace>
  <inkml:trace contextRef="#ctx0" brushRef="#br0" timeOffset="118301.87">10541 8310 2031 0,'0'0'9'0,"0"0"-6"0,0 0-1 0,0 0-2 16,0 0 2-1,0 0-2-15,-22 132 0 0,-4-73 0 16,-6 6 0-16,-1 4 0 15,-2-1 0-15,0 3 0 16,-2-4 0-16,1-5 0 16,5-6 0-16,6-16 0 15,8-15 0-15,11-16 0 16,6-9 0-16,0-4 0 16,2-30-6-16,13-14-700 15</inkml:trace>
  <inkml:trace contextRef="#ctx0" brushRef="#br0" timeOffset="118610.36">10225 8278 2015 0,'0'0'17'15,"0"0"-11"-15,-19 105-3 16,11-62-1-16,-5-3-1 15,-5-5 0-15,-9-10-1 16,-4-8 0-16,-2-11 0 16,1-6 0-16,8 0 0 15,9-19 0-15,8-11 0 16,7-7 0-16,0 2 0 16,0 1 0-16,17 6 0 0,6 9 0 15,4 10 0 1,4 7 0-16,4 2 0 0,1 0 0 15,-1 14 0-15,0 4-8 16,-7 2-244-16</inkml:trace>
  <inkml:trace contextRef="#ctx0" brushRef="#br0" timeOffset="119019.44">10724 8788 2003 0,'0'0'27'15,"0"0"-22"-15,0 0-1 16,0 0-1-16,0 0-1 15,0 0-2-15,41-23 1 16,-12 23-1-16,0 0 0 16,-3 11 2-16,-4 14-2 15,-6 0 0-15,-7 2 0 16,-9-1 0-16,0 0 0 0,-9-6 0 16,-20 0 0-1,-2-8 0-15,-4-6 0 0,0-6 0 16,6 0 0-16,10-10 0 15,7-14 0-15,8-2 0 16,4-2 0-16,0 0 0 16,14 2 0-16,12 0-3 15,8 0-66-15</inkml:trace>
  <inkml:trace contextRef="#ctx0" brushRef="#br0" timeOffset="119291.41">11330 8497 2021 0,'0'0'14'15,"0"0"-8"-15,0 0-3 16,0 0-2-16,0 0 1 15,0 0-2-15,31-4 0 16,14-15 0-16,4 1 0 16,-4 2 0-16,-3 2 0 15,-4 4 0-15,-9 4 0 16,-9 2 0-16,-7 4-3 16,-7 0-142-16</inkml:trace>
  <inkml:trace contextRef="#ctx0" brushRef="#br0" timeOffset="119471.44">11390 8658 1999 0,'0'0'28'15,"0"0"-17"-15,0 0-6 16,0 0-3-16,0 0 0 16,0 0-2-16,154-41 0 15,-112 28 0-15,1 2 0 16,3 0 0-16,2-3 0 15,-2 0-2-15,3-6-88 16</inkml:trace>
  <inkml:trace contextRef="#ctx0" brushRef="#br0" timeOffset="119860.54">12388 8303 1792 0,'0'0'232'0,"0"0"-219"16,-48-102-8-16,27 64-3 15,4 1-1-15,3 4 1 16,10 3-2-16,4 3 0 0,0 6 0 16,18-1 0-1,15 4 0-15,9 1 0 0,6 3 0 16,4 8 0-16,0 6 0 15,-3 0 0-15,-4 3 0 16,-14 13 0-16,-11 6 0 16,-11 7 0-16,-9 10 0 15,-9 7 0-15,-24 12 0 16,-8 9 0-16,3 0 0 16,1-1 0-16,3-1 0 15,7-13 0-15,5-4 0 16,9-13 0-16,3-6 0 15,8-8 0-15,2-5 0 16,0-2 0-16,0-2-16 0</inkml:trace>
  <inkml:trace contextRef="#ctx0" brushRef="#br0" timeOffset="120241.6">12498 9035 2025 0,'0'0'14'0,"0"0"-11"0,0 0-1 16,0 0-1-16,0 0 1 0,0 0-2 15,60-34 0-15,-35 34 0 16,-4 0 0-16,2 0 0 15,-7 11 0-15,-7 6 0 16,-5 1 0-16,-4 3 0 16,0-1 0-16,-4-2 0 15,-7-5 0-15,-5-2 0 16,-3-8 0-16,0-3 0 16,-3 0 0-16,1 0 0 15,4-11 0-15,3-10 0 16,7-5 0-16,7-3 0 15,0-5 0-15,14-7 0 16,13-9 0-16,1-6-217 16</inkml:trace>
  <inkml:trace contextRef="#ctx0" brushRef="#br0" timeOffset="191640.82">9920 7646 1131 0,'0'0'638'0,"0"0"-588"0,0 0-8 16,0 0 5-16,0 0-20 15,0 0-4-15,0 0-5 16,0 0 0-16,-12-10-2 16,12 10-7-16,0 0-2 15,-1 0-3-15,1 0-2 16,0 0-1-16,0 0 0 0,0 0 0 15,0 6 0-15,0 6 1 16,0 4-2-16,1 2 1 16,15 4 0-16,2 2 0 15,7 2-1-15,4 0 1 16,2 4-1-16,9-2 0 16,2 0 0-16,12-1 0 15,9 1 1-15,12-1-1 16,11 0 0-16,18 3 0 15,14 2 0-15,13 0 0 16,11 4 1-16,10 2-1 16,-1-2 0-16,5 4 0 0,-2 1 0 15,2-4 0 1,-3 0 0-16,-2-3 0 0,2-8 0 16,0 0 0-16,3-2 0 15,-2-4 0-15,-2 4 0 16,-7-4 0-16,-8-2 0 15,-2-1 0-15,-2-4 0 16,0-5 0-16,6-4 1 16,-1 0-1-16,5-2 0 15,-3-2 0-15,-2 0 0 16,1 0 0-16,-4-2 0 16,-4-12 0-16,2-3 0 15,-2-8 0-15,4-3 0 16,6-6 0-16,1 0 0 15,-3 0 0-15,-10-2 0 0,-9 4 0 16,-10 0 0-16,-6 3 0 16,-4 1 0-16,0 2 0 15,14 0 0-15,7 0 0 16,8-5 0-16,5 0 0 16,-3-7 0-16,2-2 0 15,-1-2 0-15,-10 2 0 16,-6 4 0-16,-10 1 0 15,-11 3 0-15,-8 3 0 16,-9-2 0-16,-12 2 0 16,-3-1 0-16,-12 3 0 15,-9-2 0-15,-6 8 0 0,-9-2 0 16,-9 7 0-16,-3 5 0 16,-3 4 0-16,-6 2 0 15,-1 5 0-15,-3 0 0 16,-2 0-1-16,0-2 1 15,0 2 0-15,0 0 0 16,0 0 0-16,-13 0 0 16,-20 0-1-16,-21 0-6 15,-25 0-260-15</inkml:trace>
  <inkml:trace contextRef="#ctx0" brushRef="#br0" timeOffset="192217.55">14951 9003 1983 0,'0'0'41'0,"0"0"-31"0,0 0-5 16,0 0-1-16,-18-102-3 15,16 102 0-15,-1 14-1 16,-3 28 0-16,-1 22 2 16,-2 11-2-16,1 3 0 15,1-2 0-15,0-6 0 16,2-5 0-16,1-7 0 16,0-8 0-16,2-6 0 15,2-7 0-15,0-10 0 16,0-13-2-16,22-14-11 15,9-4-356-15</inkml:trace>
  <inkml:trace contextRef="#ctx0" brushRef="#br0" timeOffset="192627.51">15409 8963 2028 0,'0'0'8'16,"0"0"-4"-16,0 0-1 15,0 0-1-15,0 0-2 16,0 0 0-16,-39-38 0 16,5 72 2-16,-1 13-2 15,-1 7 0-15,9 4 0 16,7 2 0-16,5 0 0 0,11-4 0 16,4-1 0-1,0-11 0-15,6-11 0 0,23-9 0 16,11-11 0-16,5-11 0 15,3-2 0-15,0 0 0 16,-6-21 0-16,-12-5 0 16,-9-2 0-16,-14-2 0 15,-7 4 0-15,-9 8 0 16,-22 6 0-16,-10 12 0 16,-1 0 0-16,2 3 0 15,4 20 0-15,5 1 0 16,11 0 0-16,4 1 0 15,12-2 0-15,4 1 0 16,0-6 0-16,20-5-2 16,11-13-6-16,11 0-224 0</inkml:trace>
  <inkml:trace contextRef="#ctx0" brushRef="#br0" timeOffset="192994.84">15902 8983 1895 0,'0'0'139'0,"0"0"-134"16,0 0-2-16,0 0-1 15,0 0-1-15,0 0 1 16,-2-51-2-16,-5 82 0 16,-1 7 0-16,-1 3 0 15,-7 5 0-15,1-1 0 16,1 2 0-16,1-5 0 15,9-10 0-15,4-8 0 0,0-12 0 16,21-9 0-16,15-3 0 16,6-6 0-16,5-24 0 15,-4-1 0-15,-10-5 0 16,-8 0 0-16,-17 0 0 16,-8 1 0-16,0 5 0 15,-18 9 0-15,-11 2 0 16,0 13 0-16,-2 6 0 15,-2 0 0-15,-1 18-2 16,3 7-1-16,0-1-28 16,-2-2-526-16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15T04:51:48.336"/>
    </inkml:context>
    <inkml:brush xml:id="br0">
      <inkml:brushProperty name="width" value="0.05292" units="cm"/>
      <inkml:brushProperty name="height" value="0.05292" units="cm"/>
      <inkml:brushProperty name="color" value="#00008B"/>
    </inkml:brush>
  </inkml:definitions>
  <inkml:trace contextRef="#ctx0" brushRef="#br0">11822 6182 1989 0,'0'0'10'0,"-186"-52"-3"0,67 32-1 15,-5-2 2-15,-8 1-1 16,-11 1-5-16,-8 2 1 16,-9 5-1-16,-12 8 0 15,-8 5 0-15,-7 0-2 16,-10 24 1-16,-5 13-1 0,3 8 1 16,6 14-1-16,1 7 0 15,12 10 1-15,10 10-1 16,18 11 0-16,17 15 0 15,14 9 0-15,17 6 0 16,19-2 1-16,25-5-1 16,24-4 0-16,25-3 1 15,11-5-1-15,4-5 0 16,35-5 0-16,13-4 0 16,25-5 1-16,16-8-1 15,20-8 0-15,30-13 0 16,25-15 0-16,21-18 1 15,21-16-1-15,6-11 0 0,-2-11 0 16,-6-26 0-16,-9-10 0 16,-18-11 0-16,-1-10 0 15,-2-13 0-15,7-9 0 16,7-12 0-16,2-15 0 16,-9-7 0-16,-17-2 0 15,-25 1 0-15,-31 3 0 16,-28 2 0-16,-26 3 0 15,-22 7 0-15,-27 10 0 16,-9 3 0-16,-33 2 0 16,-29 2 0-16,-25 9 0 15,-21 10 0-15,-21 15 0 0,-20 15 0 16,-14 10 0 0,-6 15 0-16,0 8 0 0,17 7 0 15,27 4 0-15,34 0 0 16,29 0 0-16,22 8 0 15,6 13 0-15,5 5 0 16,2 6 0-16,3 5 0 16,-1 1-2-16,2-1-7 15,-3-7-255-15</inkml:trace>
  <inkml:trace contextRef="#ctx0" brushRef="#br0" timeOffset="1341.02">21196 5985 1959 0,'0'0'16'0,"-105"-107"-5"0,27 50 4 15,-18 5-1 1,-17 1-3-16,-19 4-6 0,-19 4-2 16,-12 12 0-16,-8 7-1 15,-16 15-1-15,-12 9 0 16,-13 6 0-16,-21 30-1 16,-16 11 0-16,-19 11 0 15,-6 6 1-15,2 12-1 16,20 12 0-16,28 16 0 15,27 19 0-15,34 15 0 16,32 12 0-16,26 15 0 16,32-2 0-16,23-1 0 0,33-6 0 15,17-9 1 1,25-9-1-16,39-7 0 0,26-17 0 16,23-12 0-16,21-12 0 15,14-15 0-15,22-15 0 16,13-16 0-16,19-21 1 15,20-23-1-15,13-13 0 16,20-37 0-16,7-18 0 16,10-14 0-16,-2-9 0 15,-10-16 0-15,-2-9 0 16,-13-16 0-16,-12-12 0 16,-30-17 0-16,-34-13 0 15,-43-5 0-15,-36 3 0 16,-32 13 0-16,-27 23 0 15,-25 14 0-15,-8 13 0 0,-56 10 0 16,-33 9 0-16,-36 11 0 16,-33 9 0-16,-25 16 0 15,-16 17 0-15,1 23 0 16,1 18 0-16,5 6 0 16,12 34 0-16,17 13 0 15,22 5 0-15,34 1 0 16,29-4 0-16,22 1 0 15,18-2 0-15,11-8-2 16,-1-10-24-16</inkml:trace>
  <inkml:trace contextRef="#ctx0" brushRef="#br0" timeOffset="4161.26">16700 8687 1004 0,'0'0'963'0,"0"0"-951"0,-156-144-3 0,74 98 5 16,-26-1-1-16,-21 7-6 15,-22 8-2-15,-21 10 0 16,-20 17-3-16,-19 5 1 0,-21 25 0 16,-2 21-2-16,11 14 0 15,20 16 0-15,30 10 0 16,28 19-1-16,31 17 1 15,26 20-1-15,20 14 0 16,22 7 0-16,17-5 0 16,22-5 0-16,7-7 0 15,29-7 0-15,22-18 0 16,23-16 0-16,18-19 0 16,20-19 0-16,25-15 0 15,17-20 0-15,21-22 0 16,22-10 0-16,12-36 2 15,12-28-2-15,-5-19 0 0,-15-13 0 16,-13-12 0-16,-18-6 0 16,-21-5 0-16,-22 1 0 15,-22-1 0-15,-16 0 0 16,-13 1 0-16,-13 7 0 16,-17 5 0-16,-17 4 0 15,-23-1 0-15,-6 5 0 16,-37 2 0-16,-34 5 0 15,-25 7 0-15,-27 4 0 16,-22 10 0-16,-17 7 0 16,-8 13 0-16,-3 16 0 15,1 14 0-15,3 14 0 0,1 6 0 16,4 26 0 0,4 30 0-16,3 25 0 0,6 17 0 15,6 12 0-15,12 7 0 16,12 1 0-16,16 2 0 15,16 0 0-15,13-3 0 16,14-5 0-16,4-2 0 16,11-1 0-16,9-1 0 15,11-4 0-15,10-3 0 16,7-5 0-16,10-6 0 16,4-8 0-16,31-7 0 15,25-14 0-15,24-4 0 16,32-11 0-16,38-6 0 15,31-8 0-15,29-12 0 16,25-12 0-16,-3-8 0 0,-5-6 0 16,-19-26 0-1,-29-12 0-15,-19-12 0 0,-10-13 0 16,-13-17 0-16,-6-18 0 16,-12-16 0-16,-7-21 0 15,-4-15 0-15,-8-12 0 16,-6-13 0-16,-17-3 0 15,-21 3 0-15,-23 13 0 16,-24 11 0-16,-13 15 0 16,-31 18 0-16,-38 12 0 15,-31 21 0-15,-31 19 0 16,-28 12 0-16,-20 15 0 0,-12 18 0 16,-4 23 0-16,-5 4 0 15,1 36 0-15,-3 26 0 16,1 16 0-16,9 18 0 15,14 15 0-15,17 9 0 16,12 10 0-16,12 6 0 16,18 5 0-16,9 1 0 15,15-2 0-15,10-8 0 16,12-3 0-16,6-6 0 16,11-2 0-16,13-10 0 15,12 0 0-15,20-3 0 16,11-5 0-16,21-4 0 15,41-11 0-15,36-15 0 0,33-9 0 16,45-14 0 0,34-13 0-16,26-18 0 0,18-17 0 15,0-2 0-15,-9-26 0 16,-20-18 0-16,-22-14 0 16,-12-16 0-16,-12-19 0 15,-12-21 0-15,-12-15 0 16,-7-12 0-16,-17-8 0 15,-13-4 0-15,-20-5 0 16,-26-2 0-16,-24-6 0 16,-29 3 0-16,-19-2 0 15,-29-3 0-15,-38 6 0 0,-32 14 0 16,-28 18 0 0,-24 36 0-16,-22 28 0 0,-17 22 0 15,-2 24 0-15,-2 20 0 16,1 13 0-16,1 41 0 15,0 22 0-15,5 20 0 16,16 25 0-16,15 12 0 16,20 14 0-16,20 5 0 15,11-3 0-15,14-7 0 16,8-6 0-16,12-7 0 16,9-4 0-16,6-9 0 15,7-4 0-15,6-6 0 0,10-6 0 16,11 0 0-1,9-5 0-15,10-4 0 0,3-8 0 16,20-11 0-16,21-8 0 16,14-3 0-16,14-5 0 15,23-4 0-15,22-2 0 16,19-8 0-16,19-5 0 16,20-14 0-16,9-14 0 15,4-9 0-15,-4-14 0 16,-18-29 0-16,-16-13 0 15,-9-16 0-15,-4-18 0 16,0-19 0-16,-3-20 0 16,-6-18 0-16,-11-14 0 15,-19-7 0-15,-21-3 0 16,-25-3 0-16,-22 2 0 0,-27 3 0 16,-3 14 0-16,-44 20 0 15,-19 14 0-15,-15 19 0 16,-12 16 0-16,-13 17 0 15,2 17 0-15,6 16 0 16,15 10 0-16,15 13 0 16,12 13 0-16,9 0 0 15,10 21 0-15,6 17 0 16,0 14 0-16,10 13-2 16,-6 1 0-16,-8-4-33 15</inkml:trace>
  <inkml:trace contextRef="#ctx0" brushRef="#br0" timeOffset="5198.01">7030 11667 2026 0,'0'0'6'0,"0"0"-1"0,0 0-2 16,0 0-1-16,0 0-1 16,0 0 0-16,-86 174-1 15,51-80 1-15,-5 4-1 0,3 1 0 16,-3-7 0 0,1-8 0-16,4-14 0 0,6-8 0 15,0-16 0-15,9-13 0 16,4-24-1-16,6-9-25 15</inkml:trace>
  <inkml:trace contextRef="#ctx0" brushRef="#br0" timeOffset="5489.11">6500 11816 1998 0,'0'0'10'15,"0"0"-4"-15,0 0 5 0,0 0-3 16,0 0-6-16,0 0 1 16,-100 117-2-16,62-84 1 15,-5-2-2-15,1-12 1 16,4-7-1-16,7-12 0 16,7 0 1-16,7-19-1 15,11-7 0-15,6 1 0 16,0 0 0-16,6 8 0 15,17 6 0-15,6 9 0 16,4 2-1-16,5 0 1 16,3 8-7-16,3 6-275 0</inkml:trace>
  <inkml:trace contextRef="#ctx0" brushRef="#br0" timeOffset="5818.9">6977 12220 2009 0,'0'0'14'0,"0"0"-9"16,0 0 1-16,0 0-2 15,0 0-2-15,0 0-2 16,104 90 1-16,-99-44-1 0,-5 1 0 15,0-6 1-15,-7-2-1 16,-15-7 0-16,-3-10 0 16,1-8 1-16,-1-12-1 15,3-2 0-15,7-10 0 16,1-22 0-16,7-11 0 16,5-1 0-16,2 1 0 15,0 3 0-15,5 7 0 16,17 8-2-16,5 2-18 15</inkml:trace>
  <inkml:trace contextRef="#ctx0" brushRef="#br0" timeOffset="6411.59">7685 12021 2024 0,'0'0'9'0,"0"0"-4"16,0 0-2-16,0 0-1 16,0 0-1-16,0 0-1 15,-61 25 0-15,115-25 1 0,18 0-1 16,10 0 0-1,5-21 0-15,2 4 0 0,-6-4 0 16,-4 0 0-16,-9 4 0 16,-10-3 0-16,-13 0 0 15,-14-2 0-15,-13 0 0 16,-13-2 0-16,-7-1 0 16,0 3 0-16,-29 3 0 15,-11 6 0-15,-7 8 0 16,-2 2 0-16,0 3 0 15,5 0 0-15,8 4 0 16,12 9 2-16,12-3-2 16,12 0-2-16,0-4 2 15,29 0 0-15,16-4 2 16,6-2-2-16,2 0 0 0,-1 0 0 16,-8 0 0-16,-1 0 0 15,-12 0 0-15,-9 7 0 16,-10 14 0-16,-12 3 0 15,0 4 0-15,-3 3 0 16,-19 2 0-16,-3 3 0 16,0-2 0-16,2 0 0 15,0 0 0-15,1-3 0 16,4-8 0-16,4-8-2 16,4-12 0-16,3-3-243 15</inkml:trace>
  <inkml:trace contextRef="#ctx0" brushRef="#br0" timeOffset="6698.94">9005 11401 2027 0,'0'0'10'0,"0"0"-5"15,0 0-3-15,0 0-1 16,0 0-1-16,0 0 2 16,4 39-2-16,-4 27 0 15,0 12 0-15,0 2 0 0,-4-1 0 16,-4-13 0 0,0-6 0-16,-2-10 0 0,3-5 0 15,1-6 0-15,2-9 0 16,-1-5-2-16,5-18-38 15</inkml:trace>
  <inkml:trace contextRef="#ctx0" brushRef="#br0" timeOffset="7140.03">9668 11289 2002 0,'0'0'23'0,"0"0"-11"16,0 0-7-16,0 0-4 15,0 0 0-15,-138-4 0 16,114 44-1-16,0 11 0 16,3 7 0-16,3 9 2 15,2 4-2-15,3 0 0 16,9-7 0-16,4-9 0 15,0-8 0-15,0-13 0 16,17-11 0-16,8-8 0 16,8-15 0-16,3 0 0 15,5-9 0-15,-2-18 0 16,-5-7 0-16,-14-5 0 0,-9 1 0 16,-11 4 0-16,-2 5 0 15,-25 6 0-15,-9 12 0 16,-3 8 0-16,-2 3 0 15,5 9 0-15,3 15 0 16,6 5 0-16,6 6 0 16,7-4 0-16,7 1 0 15,7-4 0-15,0-9-2 16,7-9-11-16</inkml:trace>
  <inkml:trace contextRef="#ctx0" brushRef="#br0" timeOffset="7551.24">10140 11332 1984 0,'0'0'34'0,"0"0"-17"0,0 0-10 15,0 0-5-15,0 0-1 16,0 0-1-16,-117-39 2 15,94 75-2-15,3 7 0 16,7 7 0-16,6 4 0 16,7 7 0-16,0-8 0 15,7-4 0-15,18-14 0 16,8-15 0-16,5-10 0 16,1-10 0-16,4 0 0 0,1-28 0 15,-2-9 0-15,-1-9 0 16,-10-4 0-16,-13-3 0 15,-12 0 0-15,-6 6 0 16,-2 3 0-16,-24 7 0 16,-8 11 0-16,-5 11 0 15,-2 6 0-15,-4 9 0 16,1 0 0-16,6 22 0 16,7 12 0-16,9 4 0 15,5 5-3-15,5 3-187 0</inkml:trace>
  <inkml:trace contextRef="#ctx0" brushRef="#br0" timeOffset="8009.61">8216 12637 2011 0,'0'0'10'0,"0"0"-1"0,0 0-2 16,0 0-3-16,178-44-3 15,-67 8 0-15,23-9 0 16,37-9 0-16,32-8-1 16,28-4 0-16,19 0 0 15,-9 10 0-15,-21 7 0 16,-26 18 0-16,-33 9 0 16,-39 2 0-16,-32 3 2 15,-28 4-2-15,-20-2 0 16,-13 5 0-16,-11 2 0 0,-11 1 0 15,-7 3 0-15,0-2 0 16,-2 1 0-16,-21 5 0 16,-4 0 0-16,-2 0 0 15,-2 13-2-15,-5 2-4 16</inkml:trace>
  <inkml:trace contextRef="#ctx0" brushRef="#br0" timeOffset="14190.75">9485 12653 1875 0,'0'0'69'0,"0"0"-45"16,0 0-5-16,0 0 0 16,0 0-11-16,0 0-1 15,-124-81-1-15,97 80-2 16,-2 1-2-16,-3 0 0 15,-3 1-1-15,-3 16 0 16,2 3 1-16,4 4-2 16,3 2 1-16,6 0-1 15,5 0 1-15,7 0-1 16,2 1 1-16,9-4-1 0,0-1 0 16,0 1 0-1,27-3 0-15,9-3 0 0,8 1 1 16,3 1-1-16,1-3 0 15,0 2 0-15,-4 0 0 16,-3 2 0-16,-8 4 0 16,-6 2 0-16,-10 4 0 15,-8 3 0-15,-9 4 0 16,0-3 0-16,-5 2 0 16,-24-1 0-16,-10-6 1 15,-11-2-1-15,0-5 0 16,-2-8 0-16,6-8 0 0,3-6 0 15,14 0 0-15,9-26 0 16,15-17 0-16,5-8 0 16,14-10 0-16,19 1 0 15,7 4 0-15,1 6 0 16,-1 6 0-16,-6 1 0 16,1 2 0-16,-6 0 0 15,-5-1 0-15,-9 2 0 16,-5 2 0-16,-10 1 0 15,0 4 0-15,0 7 0 16,-16 4 0-16,-3 6 0 16,-6 3 0-16,-2 9 0 15,0 4 0-15,-2 0 0 0,4 0 0 16,2 9 0-16,7 9 0 16,3 6 0-16,3 3 0 15,10 9 0-15,0-1-1 16,0 1-18-16</inkml:trace>
  <inkml:trace contextRef="#ctx0" brushRef="#br0" timeOffset="14669.38">9871 12647 2003 0,'0'0'20'0,"0"0"-10"0,0 0-3 0,0 0-4 16,0 0-2-16,0 0-1 16,-45-10 0-16,36 37 1 15,3 4-1-15,-1 3 0 16,2 3 0-16,3-1 0 15,2-2 0-15,0-6 0 16,0-2 0-16,12-8 0 16,9-8 0-16,5-6 0 15,11-4 0-15,-4 0 0 16,4-16 0-16,-4-7 0 0,-4-4 0 16,-7-8 0-16,-9-5 0 15,-10-2 0-15,-3-2 0 16,-7 8 0-16,-18 4 0 15,-6 12 0-15,0 6 0 16,-2 10 0-16,4 4 0 16,2 0 0-16,2 18 0 15,8 8 0-15,3 5 0 16,7 4 0-16,5 5 0 16,2-4 0-16,0-2-2 15,11-4-41-15</inkml:trace>
  <inkml:trace contextRef="#ctx0" brushRef="#br0" timeOffset="15098.36">10488 12597 2001 0,'0'0'21'0,"0"0"-9"0,0 0-4 0,0 0-7 0,0 0 0 16,0 0 0-16,-116-14-1 16,98 42 0-16,3 6 0 15,1 4 0-15,5 0 2 16,5 0-2-16,4-1 0 16,0-10 0-16,0-3 0 0,18-7 0 15,10-9 0-15,9-8 0 16,-2 0 0-16,2-3 0 15,-1-19 0-15,-2-4 0 16,-7-2 0-16,-3-4 0 16,-12 4 0-16,-12-2 0 15,0-1 0-15,-3 4 0 16,-24 1 0-16,-4 6 0 16,-5 10 0-16,-3 10 0 15,1 0 0-15,-3 8 0 16,8 17 0-16,6 2 0 15,5 3 0-15,6-6 0 0,6-5-4 16,5-8-38-16</inkml:trace>
  <inkml:trace contextRef="#ctx0" brushRef="#br0" timeOffset="15494.08">11384 11533 1986 0,'0'0'21'0,"0"0"-9"0,0 0 2 0,0 0-7 16,0 0-4-16,0 0-2 16,2-44-1-16,-20 81 0 15,3 5 1-15,1 8-1 16,1 6 0-16,-3 3 0 16,1 5 0-16,-6 5 2 0,-3 8-2 15,0-4 0 1,-1 2 0-16,-2-10 0 0,5-12 0 15,2-10 0-15,6-17 0 16,6-8 0-16,6-14 0 16,2-4-2-16,0-4-10 15</inkml:trace>
  <inkml:trace contextRef="#ctx0" brushRef="#br0" timeOffset="15823.34">10983 11703 2004 0,'0'0'16'0,"0"0"-3"0,0 0-5 16,0 0-6 0,0 0-1-16,0 0-1 0,44 8 0 15,-6 35 1-15,5 8-1 16,5 1 0-16,4 6 2 15,-1-2-2-15,0-2 0 16,-4-1 0-16,-8-12 0 16,-3-7 0-16,-7-7 0 15,-4-10 0-15,-4-5 0 16,-2-7 0-16,-1-5 0 16,-3 0 0-16,1 0 0 15,-7-12 0-15,-5-4 0 0,-4-1 0 16,0 1-3-1,-8-1-7-15</inkml:trace>
  <inkml:trace contextRef="#ctx0" brushRef="#br0" timeOffset="16131.72">11789 11368 1999 0,'0'0'25'0,"0"0"-13"16,0 0-6-16,0 0-4 0,0 0-2 16,0 0 1-16,31 90-1 15,-22-14 0-15,-2 10 2 16,-2 1-2-16,-5-7 0 15,0-6 0-15,0-9 0 16,0-4 0-16,0-7 0 16,0-8 0-16,-2-10 0 15,2-13 0-15,0-16-5 16</inkml:trace>
  <inkml:trace contextRef="#ctx0" brushRef="#br0" timeOffset="16800.05">12324 11562 1999 0,'0'0'26'0,"0"0"-13"16,0 0-8-16,0 0-4 15,0 0 0-15,-127-48-1 16,96 85 0-16,4 9 2 15,5 10-2-15,4-2 0 16,7 4 0-16,4-2 0 16,7-5 0-16,0-7 0 15,7-7 0-15,19-9 0 0,8-12 0 16,4-10 0 0,0-6 0-16,-3 0 0 0,-1-18 0 15,-8-9 0-15,-3-9 0 16,-8-3 0-16,-3-10 0 15,-4-7 0-15,3-1 0 16,3-2 0-16,1 5 0 16,6 12 0-16,-1 9 0 15,-1 10 0-15,0 16 0 16,-2 7 0-16,1 0 0 16,0 25 0-16,-5 9 0 15,-2 5 0-15,-3 10 0 16,-6 1 0-16,-2 7 0 15,0-5 0-15,0-4 0 0,2-6 0 16,7-10 0-16,7-8 0 16,3-10 0-16,6-8 0 15,8-6 0-15,5 0 0 16,0-17 0-16,2-10 0 16,-4-3 0-16,-3-7 0 15,-6-8 0-15,-9-12 0 16,-11-9 0-16,-7-6 0 15,0 6 0-15,-21 8 0 16,-12 17 0-16,-3 19 0 16,-3 15 0-16,-7 7 0 15,0 0 0-15,-3 14 0 16,7 8 0-16,-1 5 0 0,9-2 0 16,8 0 0-16,6-8-2 15,6-3-120-15</inkml:trace>
  <inkml:trace contextRef="#ctx0" brushRef="#br0" timeOffset="17707.75">14062 11596 2005 0,'0'0'14'0,"0"0"-3"16,0 0-5-16,0 0-3 15,0 0-1-15,0 0-1 0,0 0-1 16,152-63 1 0,-94 44-1-16,1 5 0 0,-1 3 0 15,-9 6 0-15,-7 5 0 16,-8 0 0-16,-14 0 0 15,-11 0-34-15</inkml:trace>
  <inkml:trace contextRef="#ctx0" brushRef="#br0" timeOffset="17997.91">13964 11945 1957 0,'0'0'39'0,"0"0"-29"0,0 0 0 16,0 0 4-16,0 0-6 15,136 2-5-15,-65-24-2 16,14 2 0-16,10-4 0 16,8 0-1-16,-2 0 0 15,-12 0 0-15,-16 4 0 16,-21 2 1-16,-21 8-1 15,-18 6 0-15,-13 1 0 16,0 3 0-16,0 0 0 16,-18 0-1-16,-4 8 0 15,-1 1-16-15</inkml:trace>
  <inkml:trace contextRef="#ctx0" brushRef="#br0" timeOffset="19303.61">15675 11171 1969 0,'0'0'22'0,"0"0"-14"16,0 0-2-16,0 0 1 16,0 0-2-16,0 0 0 15,-40 85-1-15,7-66 2 16,-8-2-3-16,3-8 0 16,2-7-2-16,8-2-1 15,7-2 0-15,11-20 1 16,10-10-1-16,0-3 0 15,8-5 0-15,17 3 0 0,6 5 1 16,2 7-1-16,3 6 0 16,5 4 0-16,-4 8 0 15,3 4 0-15,-4 3 1 16,-5 10-1-16,-4 27 0 16,-9 8 0-16,-12 10 1 15,-6 3-1-15,0 0 0 16,-20 1 0-16,-11 3 1 15,-11 2-1-15,-14 4 0 16,-8-4 1-16,-10-6-1 16,-4-8 0-16,5-15 0 15,10-14 0-15,18-12 0 16,16-9 0-16,14-9 0 16,13-22 0-16,2-9 0 15,9-11 0-15,23-5 0 0,14 6 0 16,3 8 0-16,0 18 0 15,-1 16 0-15,1 8 0 16,-1 14 0-16,-6 22 0 16,0 2 0-16,-7 4 0 15,0-2 0-15,-4-3 0 16,-3-3 0-16,-3-4 0 16,-7-6 0-16,-5-4 0 15,-3-14 0-15,-6-6-52 16</inkml:trace>
  <inkml:trace contextRef="#ctx0" brushRef="#br0" timeOffset="19700.22">16038 11101 1985 0,'0'0'24'0,"0"0"-9"0,0 0-3 0,0 0-7 16,0 0-3-16,0 0-1 15,-4-10-1-15,-3 47 0 16,-2 7 1-16,0 6-1 16,3 3 0-16,1 4 2 15,5-6-2-15,0 0 0 16,11-9 0-16,23-12 0 16,3-14 0-16,7-14 0 0,4-2 0 15,-1-8 0 1,-3-22 0-16,-6-9 0 0,-14-2 0 15,-8-6 0-15,-13 2 0 16,-3-4 0-16,-14 3 0 16,-18 3 0-16,-3 10 0 15,-5 11 0-15,-2 12 0 16,1 10 0-16,-3 0 0 16,4 8 0-16,6 20 0 15,8 6 0-15,8 4 0 16,12 2 0-16,6-3-2 15,0-12-8-15</inkml:trace>
  <inkml:trace contextRef="#ctx0" brushRef="#br0" timeOffset="19993.54">17328 10651 2011 0,'0'0'15'0,"0"0"-6"0,0 0-3 0,0 0-3 15,0 0-3-15,0 0 1 16,-82 119-1-16,46-46 0 16,3 2 2-16,-3 8-2 15,-2 0 0-15,-2 4 0 16,-4 4 0-16,-3-3 0 0,2-4 0 15,5-8 0-15,6-16 0 16,11-16 0-16,9-19 0 16,9-21 0-16,5-4-4 15</inkml:trace>
  <inkml:trace contextRef="#ctx0" brushRef="#br0" timeOffset="20307.9">16791 10607 1932 0,'0'0'82'0,"0"0"-71"0,0 0-4 16,0 0-5-16,0 0 1 16,0 0-1-16,-100 109-1 15,66-75 0-15,-7-6 0 16,-5-7-1-16,2-14 1 15,1-7-1-15,12 0 0 16,16-17 0-16,13-15 0 16,2-1 0-16,15 1 0 15,14 3 0-15,4 8 0 16,4 8 0-16,3 10 0 16,4 3 0-16,1 0 0 0,6 16 0 15,4 5 0-15,6 2-58 16</inkml:trace>
  <inkml:trace contextRef="#ctx0" brushRef="#br0" timeOffset="20667.29">17549 11131 2018 0,'0'0'12'0,"0"0"-10"0,0 0 2 16,0 0 0-16,0 0-2 16,115 74-1-16,-99-42 0 15,-6 4-1-15,-8 0 0 16,-2 1 0-16,-5 0 1 16,-21-4-1-16,-15-5 0 15,-8-8 0-15,-4-12 0 16,-1-8 0-16,8-6 0 15,10-30 0-15,11-8 0 16,19-9 0-16,6-1 0 16,0 1 0-16,22 8 0 15,9 5 0-15,6 6 0 0,4 5 0 16,3 6 0 0,4 5 0-16,-4 0 0 0,-1 0-6 15</inkml:trace>
  <inkml:trace contextRef="#ctx0" brushRef="#br0" timeOffset="21169.94">18070 10211 1999 0,'-131'-49'13'16,"-30"9"-1"-16,-31 2-1 15,-32 3-5-15,-46 6-4 16,-33 16-1-16,-28 13-1 0,-18 27 1 16,-6 47-1-16,2 43 0 15,24 45 0-15,32 38 0 16,58 37 0-16,77 23 0 16,73 15 2-16,82-3-2 15,51-18 0-15,83-36 0 16,52-32 0-16,39-41 0 15,29-32 0-15,27-33 0 16,19-32 0-16,19-38 0 16,14-20 0-16,9-60 0 0,6-31 0 15,-11-25 0 1,-10-13 0-16,-12-18 0 0,-22-20 0 16,-43-34 0-16,-56-19 0 15,-72-16-2-15,-66-4 2 16,-49 12 0-16,-44 11 0 15,-68 23 0-15,-44 27 0 16,-53 43 0-16,-41 46 0 16,-35 53 0-16,-32 35 0 15,-3 59 0-15,6 47 0 16,17 46 0-16,27 40 0 16,19 30 0-16,24 21 0 15,24 5-12-15</inkml:trace>
  <inkml:trace contextRef="#ctx0" brushRef="#br0" timeOffset="21514.7">13167 13856 2004 0,'0'0'19'0,"0"0"-17"16,0 0 2-16,193-9 4 16,-26-72-3-16,56-39-3 15,56-33-1-15,52-29-1 16,57-19 2-16,44-18-2 0,34-6 0 16,22-1 0-16,-9 8 0 15,-46 19 0-15,-82 31 0 16,-99 41 0-16,-94 38 0 15,-73 30 0-15,-45 29 0 16,-35 17 0-16,-5 13 0 16,-45 10 0-16,-33 32-2 15,-29 25 1-15,-31 14-7 16,-34 8-150-16</inkml:trace>
  <inkml:trace contextRef="#ctx0" brushRef="#br0" timeOffset="21868.06">12639 14777 1996 0,'0'0'15'16,"0"0"-13"-16,0 0 1 15,158-20 7-15,4-58 1 16,40-25-6-16,41-24-3 15,45-17-1-15,53-20 1 16,48-25-2-16,53-16 0 16,35-23 0-16,21-20 0 15,4-5 0-15,-25 8 0 16,-49 33 0-16,-79 45 0 0,-90 45 0 16,-88 40 0-16,-66 29 0 15,-49 24 0-15,-34 12 0 16,-12 12 0-16,-8 2 0 15,-2 3 0-15,0 0 0 16,0 0 0-16,0 10 0 16,-8 6 0-16,-34-3-3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15T05:07:09.98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008B"/>
    </inkml:brush>
  </inkml:definitions>
  <inkml:trace contextRef="#ctx0" brushRef="#br0">2930 2707 1891 0,'0'0'115'0,"0"0"-103"0,0 0-5 0,-118-6 1 16,76 18-5-16,-2 10 0 16,5 6-1-16,8 0-1 15,12 2 0-15,9 0-1 16,10 1 1-16,0-6-1 15,18 0 1-15,18-4-1 16,7-1 0-16,1 1 0 16,0 1 2-16,-3 1-2 15,-8 4 0-15,-10-1 0 16,-10 2 0-16,-11 2 0 16,-2-3 0-16,-15 5 0 15,-26-5 0-15,-8-3 0 0,-9-2 0 16,-2-3 0-1,2-4 0-15,11 0 0 0,9-5 0 16,11-5 0-16,14-3 0 16,9-2 0-16,4 0 0 15,11-16 0-15,26-9 0 16,17-8-3-16,6-3-21 16</inkml:trace>
  <inkml:trace contextRef="#ctx0" brushRef="#br0" timeOffset="435.48">3081 2929 2002 0,'0'0'28'15,"0"0"-20"-15,0 0-4 0,0 0-1 16,0 0-3-16,0 0 2 16,0-53-2-16,0 65 0 15,-6 16 0-15,0 9 0 16,-1 8 0-16,0-1 0 15,5-3 0-15,2-3 0 16,0-3 0-16,0-9 0 16,6-6 0-16,15-12 0 15,8-8 0-15,4 0 0 16,2-14 0-16,3-16 0 16,-4-9 0-16,-2-6 0 15,-11-4 0-15,-3-2 0 16,-7 4 0-16,-7 7 0 0,0 14 0 15,-4 12 0-15,0 10 0 16,0 4 0-16,0 0 0 16,0 10 0-16,0 18 0 15,-4 9 0-15,2 4 0 16,-2 4 0-16,2-1 0 16,-3 2 0-16,1-4 0 15,0-2 0-15,2-10 0 16,2-10 0-16,0-12 0 15,19-8-2-15,15 0-11 16</inkml:trace>
  <inkml:trace contextRef="#ctx0" brushRef="#br0" timeOffset="674.37">3657 2882 1903 0,'0'0'109'0,"0"0"-87"0,0-109-14 15,0 91-6-15,-4 9-1 16,-4 7 1-16,2 2-2 15,-5 0 0-15,-7 21 0 16,-6 13 0-16,-1 6 0 16,1 6 0-16,5-2 0 15,6 0 0-15,9-1 0 16,4-7 0-16,0-6 0 16,0-8 0-16,15-6 0 15,10-9 0-15,10-7 0 16,3 0 0-16,3-11-6 15,5-17-120-15</inkml:trace>
  <inkml:trace contextRef="#ctx0" brushRef="#br0" timeOffset="893.08">3940 2733 1979 0,'0'0'43'0,"0"0"-29"16,0 0-7-16,0 0-5 15,0 0-2-15,0 0 2 16,-47-18-2-16,25 48 0 15,1 6 0-15,6 2 0 16,1-2 0-16,6 3 0 0,4-1 0 16,4-3 0-1,0 0 0-15,0-8 0 0,6-4 0 16,14-5 0-16,2-9 0 16,3-5 0-16,-1-4-5 15</inkml:trace>
  <inkml:trace contextRef="#ctx0" brushRef="#br0" timeOffset="2304.05">4272 2596 1890 0,'0'0'82'16,"0"0"-51"-16,0 0-8 0,0 0-11 15,0 0-8-15,0 0-2 16,0-15-1-16,0 15-1 16,-12 0 2-16,-1 15-2 15,0 3 0-15,4 0 0 16,0 1 0-16,5-3 0 16,2 2 0-16,-1-4 0 15,3 4 0-15,0-2 0 16,0 2 0-16,0-4 0 15,0-2 0-15,7-1 0 0,13-8 0 16,6-3 0 0,8 0 0-16,0 0 0 0,-1-16 0 15,-2-2 0-15,-6-6 0 16,-8-1 0-16,-6-2 0 16,-6-5 0-16,-5 0 0 15,0 2 0-15,-9 3 0 16,-9 9 0-16,-2 6 0 15,0 8 0-15,-2 4 0 16,-3 0 0-16,1 20 0 16,-1 15 0-16,-2 8 0 15,6 6 0-15,2 5 0 16,6-4 0-16,4 0 0 16,4-6 0-16,5-8 0 15,0-5 0-15,0-7 0 16,21-9 0-16,6-7 0 15,6-8 0-15,7 0 0 0,7-3 0 16,2-20 0-16,0-4 0 16,-3-6 0-16,2-7-2 15,-4-2 1-15,-1-10-1 16,-6-11 2-16,-8-4 0 16,-8-5 0-16,-8 3 0 15,-9 15 0-15,-4 16 1 16,0 18 0-16,0 12 0 15,-2 8-1-15,-13 0 2 16,-6 8-2-16,-1 20 0 0,-3 8 0 16,8 2 0-1,8-2 0-15,6-5 0 0,3-8 0 16,0-9 0-16,12-1 0 16,15-10 0-16,6 0 0 15,5-2 0-15,-1 4 0 16,-1-1 0-16,-5 6 0 15,-6 0 0-15,-7 2 0 16,-5 3 0-16,-9 3 0 16,-4 4 0-16,0 3 0 15,-6-2 0-15,-17 4 0 16,-3-4 0-16,2-2 0 16,5-6 0-16,8-9 0 15,7-6 0-15,4 0 0 16,0-19 0-16,17-17 0 0,15-9 0 15,1-10 0-15,10-6 0 16,-1-3 0-16,-2 4 0 16,-4 2 0-16,-7 12 0 15,-12 15 0-15,-10 8 0 16,-7 13 0-16,0 6 0 16,-14 4 0-16,-10 0 0 15,0 4 0-15,-1 18 0 16,8 2 0-16,6 4 0 15,8-2 0-15,3-5 0 16,3-8 0-16,25-3 0 16,8-8 0-16,6-2 0 0,2 0 0 15,1 4 0-15,-6 2 0 16,-7 9 0-16,-9 4 0 16,-12 6 0-16,-9 2 0 15,-2 3 0-15,-12 4 0 16,-16-1 0-16,-3-4 0 15,2-6 0-15,9-9 0 16,7-9 0-16,8-5 0 16,5 0 0-16,0-25 0 15,11-14 0-15,14-6 0 16,2-10 0-16,0-4 0 16,-3-4 0-16,2 9 0 15,-1 12 0-15,-3 14 0 0,-7 16 0 16,-5 9 0-1,-3 3 0-15,-3 0 0 0,5 3 0 16,0 19 0-16,0 8 0 16,-3 8 0-16,-1 6 0 15,-3 0 0-15,-2-2 0 16,0-2 0-16,0-3 0 16,0-7 0-16,-2 0 0 15,-11-7 0-15,-3-4 0 16,-6-7 0-16,-3-9-3 15,1-3-538-15</inkml:trace>
  <inkml:trace contextRef="#ctx0" brushRef="#br0" timeOffset="2491.05">5245 1996 2034 0,'0'0'5'0,"0"0"-1"0,0 0-2 15,0 0-2-15,0 0 2 16,0 0-2-16,-4-91 0 16,6 115 0-16,0 12-2 15,-2 14 2-15,0 4-1 16,0 3-57-16</inkml:trace>
  <inkml:trace contextRef="#ctx0" brushRef="#br0" timeOffset="3126.02">5580 2292 2027 0,'0'0'11'15,"0"0"-7"-15,0 0-2 16,0 0-1-16,0 0 1 15,0 0-2-15,38 106 0 16,-24-52 0-16,3-5 0 16,-4-9 0-16,2-11 0 0,-1-8 0 15,-5-13 0-15,2-6 0 16,0-2 0-16,-2-9 0 16,3-20 0-16,-4-11 0 15,1-9 0-15,0-6 0 16,4 2 0-16,3 7 0 15,2 12 0-15,0 14 0 16,-1 11 0-16,4 9 0 16,-4 0 0-16,6 17 0 15,-3 5 0-15,-3 2 0 16,4 0 0-16,-3-5 0 16,1-8 0-16,8-8 0 15,4-3 0-15,9 0 0 0,-1-21 0 16,-6-8 0-1,-6-2 0-15,-8-5 0 0,-10-4 0 16,-6-3 0-16,-3 4 0 16,-7 2 0-16,-15 13 0 15,-5 12 0-15,-2 12 0 16,-4 6 0-16,0 28 0 16,-1 14 0-16,5 6 0 15,7 1 0-15,5-1 0 16,9-1 0-16,8-8 0 15,0-5 0-15,4-8 0 16,21-10 0-16,6-7 0 16,7-12 0-16,13-3 0 0,3 0 0 15,4-13 0-15,4-14 0 16,-5-5-3-16,7-12-114 16</inkml:trace>
  <inkml:trace contextRef="#ctx0" brushRef="#br0" timeOffset="3352.95">6878 1851 2024 0,'0'0'15'15,"0"0"-10"-15,0 0-4 0,0 0 1 16,0 0-2-16,0 0 0 16,-28-60 0-16,8 102 0 15,-5 20 0-15,0 8 0 16,6 3 0-16,-4-4 0 0,1-5 0 15,-1-6 0-15,2-5 0 16,2-14 0-16,2-6 0 16,3-11 0-16,1-14 0 15,-1-8-16-15</inkml:trace>
  <inkml:trace contextRef="#ctx0" brushRef="#br0" timeOffset="3656.17">6556 1710 2023 0,'0'0'13'0,"0"0"-8"15,0 0-2-15,0 0-2 16,0 0-1-16,0 0 0 16,-42 68 0-16,25-36 0 15,0-1 2-15,-3-9-2 16,2-8 0-16,4-10 0 15,6-4 0-15,-2-4 0 16,8-22 0-16,2-9 0 16,0-3 0-16,0 6 0 15,0 6 0-15,12 6 0 16,1 10 0-16,3 10 0 16,1 0 0-16,1 6-2 15,0 19 2-15,4 6-11 16</inkml:trace>
  <inkml:trace contextRef="#ctx0" brushRef="#br0" timeOffset="3995.57">6901 2249 2029 0,'0'0'9'0,"0"0"-5"16,0 0-3-16,0 0 0 16,0 0 0-16,0 0-1 15,86-47 0-15,-63 58 0 0,-5 11 0 16,-7 5 0-16,-4-1 0 16,-7 2 0-16,0-6 0 15,-7-6 0-15,-15-4 2 16,-5-9-2-16,-4-3 0 15,0-3 0-15,4-17 0 16,4-6 0-16,6 0 0 16,6-1 0-16,4 2 0 15,7-4 0-15,0 1 0 16,14-4-2-16,19-6-28 16</inkml:trace>
  <inkml:trace contextRef="#ctx0" brushRef="#br0" timeOffset="4484.01">6896 1239 1992 0,'-180'-60'28'0,"-45"20"-21"15,-45 22 2-15,-44 18-5 16,-37 10-2-16,-33 42-1 15,-28 26 0-15,-14 37-1 16,-6 36 1-16,6 48-1 16,17 38 0-16,29 24 0 0,37 11 0 15,60-9 0-15,69-12 0 16,69-15 0-16,77-11 0 16,65-20 2-16,46-14-2 15,104-30 0-15,77-30 0 16,87-35 0-16,70-44 0 15,59-38 0-15,44-18 0 16,22-65 0-16,6-37 0 16,-8-33 0-16,-18-32 0 15,-40-18 0-15,-53-9 0 16,-58-17 0-16,-68-12-2 16,-53-17 2-16,-51-21-1 15,-49-27 1-15,-54 7 0 0,-60 37 1 16,-48 53-1-1,-105 70 0-15,-83 55 0 0,-85 40 0 16,-76 30 0-16,-57 20 0 16,-27 43 0-16,7 18 0 15,38 12 0-15,62-11-1 16</inkml:trace>
  <inkml:trace contextRef="#ctx0" brushRef="#br1" timeOffset="8645.32">6366 3585 2025 0,'0'0'9'0,"0"0"-4"0,0 0-2 0,0 0-2 16,0 0 0-16,-42 135 0 16,104-76 1-16,25-4-2 15,29-13 0-15,15-9 0 16,16-10 0-16,9-7 0 16,4-4 0-16,2-2 0 15,-11 0 0-15,-17 0 0 16,-28-2 0-16,-25-3 0 15,-28-4 0-15,-24 2 0 0,-13-3 0 16,-10 0 0-16,-6 0 0 16,0 0 0-16,0 0 0 15,-6 0 0-15,-12 0 0 16,-2 0 0-16,-1-4-2 16,9-9-21-16</inkml:trace>
  <inkml:trace contextRef="#ctx0" brushRef="#br1" timeOffset="8994.96">7756 3804 2036 0,'0'0'5'0,"0"0"-3"16,0 0 0-16,0 0-2 0,0 0 2 15,0 0-2-15,107 36 0 16,-66-24 0-16,-1 3 0 15,-7-2 0-15,-6 5 0 16,-9 1 0-16,-7 4 0 16,-9 1 0-16,-2 6 0 15,-4 2 0-15,-30 2 0 16,-11 4 0-16,-8 1 0 16,-5 3 0-16,-2-2 0 15,4 0 0-15,9-4 0 16,9-10 0-16,17-8 0 15,9-8 0-15,8-6 0 16,4-4 0-16,0 0 0 0,0 0 0 16,4-2 0-16,10-3 0 15,1 1 0-15,-6 3-3 16,-4-5-59-16</inkml:trace>
  <inkml:trace contextRef="#ctx0" brushRef="#br1" timeOffset="9609.29">9541 3671 2037 0,'0'0'5'0,"0"0"-3"16,0 0-1-16,0 0 1 0,0 0-2 15,0 0 0-15,-14 127 0 16,20-52 0-16,-2 2 0 15,-3-1 0-15,-1-4 0 16,0-3 0-16,0-9 0 16,-17-6 0-16,0-10 0 15,0-18-3-15,9-20-56 16</inkml:trace>
  <inkml:trace contextRef="#ctx0" brushRef="#br1" timeOffset="9855.96">9487 3699 2034 0,'0'0'6'0,"5"-126"-3"0,40 76-2 15,15 8 0-15,7 13 1 16,-1 18-2-16,-3 11 0 16,-14 7 0-16,-15 30 0 15,-15 13 0-15,-16 6 0 16,-3 1 0-16,-20-6 0 15,-23-2 0-15,-8-4 0 16,-7-2 0-16,3-6 0 16,10-1 0-16,14-11 0 15,17-9-4-15,14-12-42 16</inkml:trace>
  <inkml:trace contextRef="#ctx0" brushRef="#br1" timeOffset="10500.59">10041 3916 2028 0,'0'0'10'16,"0"0"-8"-16,0 0 1 16,0 0-2-16,0 0 0 15,0 0-1-15,-28 64 2 16,51-62-2-16,6-2 0 15,6 0 0-15,5-16 0 0,3-8 0 16,-7-2 0-16,-7-2 0 16,-14 0 0-16,-6 2 0 15,-9 4 0-15,0 2 0 16,-16 7 0-16,-9 11 0 16,0 2 0-16,-4 9 0 15,0 21 0-15,0 8 0 16,-1 6 0-16,10 4 0 15,5-2 0-15,8-1 0 16,7-5 0-16,0-10 0 16,16-9 0-16,15-12 0 15,11-9 0-15,11-5 0 0,6-23 0 16,1-12 0-16,-4-6 0 16,-8-2 0-16,-7-6 0 15,-10-2 0-15,-14 0 0 16,-10 8 0-16,-7 12 0 15,0 14 0-15,0 15 0 16,-11 7 0-16,-2 2 0 16,1 25 0-16,4 2 0 15,5 1 0-15,3 1 0 16,0-9 0-16,23-4 0 16,5-5 0-16,5-5 0 15,4 3 0-15,-4 1 0 16,-8 7 0-16,-8 2 0 15,-5 5 0-15,-12 6 0 16,0 2 0-16,0 3 0 0,-20-8 0 16,-1-3 0-16,2-3 0 15,5-11 0-15,7-8 0 16,7-4-3-16,3-11-32 16</inkml:trace>
  <inkml:trace contextRef="#ctx0" brushRef="#br1" timeOffset="11506.8">11000 3734 1741 0,'0'0'287'0,"0"0"-276"0,0 0-6 16,0 0-4-16,0 0 1 0,0 0-2 16,-115-46 0-16,90 81 0 15,1 8 0-15,1 5 0 16,10 1 0-16,5-3 0 15,8-2 0-15,0-7 0 16,6-7 0-16,21-8 0 16,11-10 0-16,8-9 0 15,8-3 0-15,-1-4 0 16,-2-23 0-16,-4-1 0 16,-3-10 0-16,-7-5 0 15,-8-4 0-15,-8-11 0 16,-5 3 0-16,-7 4 0 15,-7 14 0-15,-2 17 0 0,0 16 0 16,-17 4 0 0,-8 12 0-16,3 22 0 0,-1 10 0 15,8 3 0-15,3-1 0 16,10-3 0-16,2-1 0 16,0-9 0-16,0-5 0 15,12-10 0-15,13-9 0 16,8-9 0-16,11 0 0 15,10-23 0-15,4-9 0 16,0-8 0-16,-8-2 0 16,-7-8 0-16,-7-2 0 15,-11-1 0-15,-12 10 0 0,-7 9 0 16,-4 13 0 0,-2 11 0-16,0 10 0 0,0 0 0 15,0 4 0-15,0 23 0 16,2 7 0-16,0 3 0 15,2 3 0-15,0-4 0 16,2-8 0-16,1-6 0 16,1-7 0-16,6-9 0 15,6-6 0-15,7 0 0 16,4-8 0-16,4-18 0 16,0-4 0-16,-9-7 0 15,-6-9 0-15,-2-2 0 16,-3 2 0-16,1 10 0 15,-5 14 0-15,-2 20 0 16,-7 2 0-16,-2 20 0 0,2 20 0 16,1 2 0-16,2 5 0 15,1-6 0-15,5-4 0 16,7-7 0-16,5-8 0 16,8-10 0-16,6-10 0 15,5-2 0-15,4-10 0 16,4-22 0-16,2-11 0 15,-1-8 0-15,-4-12 0 16,-10-13 0-16,-12-10 0 16,-16-8 0-16,-9-2 0 0,0 7 0 15,-3 17 0 1,-10 18 0-16,1 22 0 0,0 17 0 16,3 15 0-16,3 3 0 15,-4 35 0-15,4 15 0 16,3 12 0-16,3 6 0 15,0 2 0-15,0 4 0 16,5-2 0-16,-1-4 0 16,3-9 0-16,-2-12 0 15,-1-14 0-15,5-10 0 16,3-16 0-16,0-10-4 16,-1-1-80-16</inkml:trace>
  <inkml:trace contextRef="#ctx0" brushRef="#br1" timeOffset="12668.28">12277 3531 2025 0,'0'0'13'0,"0"0"-9"0,0 0-1 0,0 0-3 16,0 0 2-16,138-14-2 16,-73-8 0-16,21-6 0 15,13-4 0-15,2 4 0 16,-6-1 0-16,-26 8 0 15,-29-2 0-15,-22 3 0 16,-18-2 0-16,0 6 0 16,-22 3 0-16,-16 10 0 15,-2 3 0-15,-3 0 0 0,5 20 0 16,5 9 0 0,6 7 0-16,7 6 0 0,5 6 0 15,8 2 0-15,7-1 0 16,0-10 0-16,0-7 0 15,24-11 0-15,5-13 0 16,10-8 0-16,7 0 0 16,3-11 0-16,-2-17 0 15,-4-8 0-15,-7-8 0 16,-6-4 0-16,-12-1 0 16,-11 4 0-16,-7 10 0 15,0 13 0-15,0 13 0 16,-7 9 0-16,-9 0 0 15,-4 24 0-15,3 9 0 16,5 4 0-16,6 1 0 0,6-6 0 16,0-2 0-16,0-10 0 15,20-10 0-15,7-10 0 16,8 0 0-16,12-14 0 16,11-18 0-16,0-2 0 15,8-8 0-15,1-4 0 16,-5-3 0-16,-6-2 0 15,-20 2 0-15,-20 6 0 16,-16 12 0-16,0 12 0 16,-18 17 0-16,-16 2 0 0,-1 2 0 15,-1 25 0 1,3 7 0-16,8 3 0 0,9-4 0 16,12-1 0-16,4-7 0 15,0-11 0-15,18-10 0 16,15-4 0-16,7 0 0 15,5-18 0-15,-3-9 0 16,-4 2 0-16,-7-2 0 16,-10 1 0-16,-9 2 0 15,-8 4 0-15,-4 8 0 16,0 6 0-16,0 6 0 16,0 0 0-16,0 29 0 15,-4 14 0-15,0 13 0 16,4 16 0-16,0 17 0 15,0 11 0-15,11 8 0 0,-1 1 0 16,-10-5 0 0,0-10 0-16,-19-16 0 0,-14-20 0 15,-3-22 0-15,3-19 0 16,8-17 0-16,10 0 0 16,9-37 0-16,6-13 0 15,2-12 0-15,27-8 0 16,9-8 0-16,2 0 0 15,7-3 0-15,1 1 0 16,6 0 0-16,0 4 0 16,1 2 0-16,-2-1 0 15,-3 1 0-15,-8-4 0 0,-9 2 0 16,-15 8 0 0,-11 18 0-16,-7 21 0 0,0 22 0 15,-19 7 0-15,-12 17 0 16,-6 25 0-16,-3 13 0 15,9 1 0-15,8 0 0 16,12-8 0-16,9-6 0 16,2-4 0-16,7-8 0 15,22-6 0-15,13-7 0 16,7-9 0-16,5-8 0 16,4 0 0-16,-8-11 0 15,-10-9 0-15,-5 2 0 16,-20-5-3-16,-9-10-54 15</inkml:trace>
  <inkml:trace contextRef="#ctx0" brushRef="#br1" timeOffset="14198.15">15212 2867 1582 0,'0'0'458'0,"0"0"-455"0,0 0-2 0,0 0 2 16,0 0-3-16,0 0 0 15,-94-66 0-15,61 103 0 16,-1 8 0-16,5 4 0 16,11 2 0-16,9-1 0 15,9-10 0-15,0-7 0 16,13-13 0-16,22-10 0 15,11-10 0-15,6 0 0 16,6-28 0-16,-4-10 0 16,-6-11 0-16,-15-5 0 15,-17 0 0-15,-16 0 0 0,0 6 0 16,-34 10 0 0,-6 11 0-16,-6 14 0 0,-2 13 0 15,0 0 0-15,1 12 0 16,5 14 0-16,6 2 0 15,16 0 0-15,13-2 0 16,7-3 0-16,11-8 0 16,27-5 0-16,13-10 0 15,12 0 0-15,6-3 0 16,5-19 0-16,-8-3 0 16,-3 1 0-16,-7-2 0 15,-14 4 0-15,-7 4 0 16,-10 3 0-16,-6 7 0 15,-3-1 0-15,3 7 0 16,-2 2 0-16,1 0 0 0,-3 12 0 16,-1 18 0-16,-3 6 0 15,-7 5 0-15,-2 2 0 16,1 0 0-16,-1-5 0 16,3-10 0-16,-1-9 0 15,1-7 0-15,1-9 0 16,5-3 0-16,7-9 0 15,7-20 0-15,2-9 0 16,2-9 0-16,-3-3 0 16,-2 2 0-16,1 2 0 15,-2 12 0-15,-4 11 0 16,-3 16 0-16,-5 7 0 16,1 0 0-16,-6 16 0 0,1 11 0 15,1 0 0-15,0 1 0 16,0-2 0-16,3-7 0 15,3-8 0-15,5-9 0 16,6-2 0-16,4 0 0 16,0-16 0-16,2-10 0 15,-2-6 0-15,-6-5 0 16,-10-5 0-16,-7-1 0 16,-6-1 0-16,0 5 0 15,-6 13 0-15,-9 8 0 16,-3 14 0-16,-7 4 0 15,0 12 0-15,1 24 0 0,0 10 0 16,3 5 0-16,10-1 0 16,7-2 0-16,4-4 0 15,0-6 0-15,4-8 0 16,21-8 0-16,6-8 0 16,11-12 0-16,12-2 0 15,4 0 0-15,-3-22 0 16,1-8 0-16,-7-8 0 15,-5-6 0-15,-7-6 0 16,-9-7 0-16,-12-1 0 16,-9 7 0-16,-7 8 0 15,0 17 0-15,0 14 0 0,0 10 0 16,0 2 0-16,-5 6 0 16,-1 18 0-16,4 4 0 15,2 2 0-15,0-4 0 16,6-3 0-16,14-4 0 15,4-1 0-15,5-1 0 16,0 3 0-16,-4 2 0 16,-7 4 0-16,-9 2 0 15,-7 2 0-15,-2-2 0 16,0-4 0-16,0-6 0 16,0-7 0-16,0-8 0 15,9-3 0-15,11 0 0 16,5-8 0-16,-2-8 0 15,0-5 0-15,-13 4 0 16,-8-5-3-16,-2-2-8 0</inkml:trace>
  <inkml:trace contextRef="#ctx0" brushRef="#br1" timeOffset="14987.08">15882 3513 2040 0,'0'0'4'0,"0"0"-3"0,0 0 1 15,0 0-2-15,0 0 0 16,0 0 0-16,3 98 0 16,17-14 0-16,-5 10 0 15,1 7 0-15,-5 3 0 16,0-2 0-16,0-6 0 15,0-9 0-15,-1-13 0 16,-4-10 0-16,-1-14 0 0,-5-10 0 16,0-13 0-1,0-13 0-15,0-14-2 0,0 0-5 16</inkml:trace>
  <inkml:trace contextRef="#ctx0" brushRef="#br1" timeOffset="16823.07">15989 4007 2029 0,'0'0'11'0,"0"0"-8"16,0-127-1-16,22 97 0 15,10 1-2-15,7 8 0 16,11 7 0-16,4 7 0 0,-4 7 0 16,-7 14 0-16,-13 22 0 15,-14 6 0-15,-16 4 0 16,0 0 0-16,-10-5 0 15,-22-3 0-15,-1-7 0 16,0-9 0-16,6-8 0 16,11-9 0-16,9-5 0 15,7 0 0-15,2 0 0 16,30-16 0-16,15-5 0 16,6-5 0-16,5-5 0 15,4-1 0-15,0-3 0 16,3-4 0-16,-5-2 0 15,-4-3 0-15,-15-3 0 0,-15-1 0 16,-15 3 0-16,-11 11 0 16,0 8 0-16,-8 6 0 15,-10 7 0-15,-3 8 0 16,2 5 0-16,0 0 0 16,-1 20 0-16,3 18 0 15,-2 4 0-15,9 6 0 16,6-1 0-16,4-7 0 15,0-3 0-15,4-6 0 16,13-8 0-16,8-8 0 16,6-11 0-16,14-4 0 15,6-4 0-15,5-19 0 0,-4-10 0 16,-2-7 0-16,-12-7 0 16,-9-7 0-16,-13-4 0 15,-10 4 0-15,-6 8 0 16,0 15 0-16,0 16 0 15,0 11 0-15,-9 4 0 16,1 14 0-16,1 16 0 16,2 6 0-16,5-2 0 15,0-2 0-15,0-7 0 16,12-10 0-16,7-2 0 16,8-10 0-16,4 0 0 15,3-3 0-15,-3 2 0 16,-4 6 0-16,-7 6 0 15,-11 6 0-15,-7 6 0 16,-2 1 0-16,0 7 0 0,-9-7 0 16,1-1 0-16,3-10 0 15,5-12 0-15,0-4 0 16,20-6 0-16,13-18 0 16,2-9-2-16,3-4 2 15,-1-6-1-15,-6-4 1 16,-2-14-1-16,-7-7 1 15,-4-10 0-15,-2 2 0 16,-3 9 1-16,0 22 0 16,-4 18-1-16,-7 17 2 15,-2 10-2-15,0 0 0 16,0 9 0-16,0 13 0 0,-5 4 0 16,-8 5 0-16,2 2 0 15,1 3 0-15,0 0 0 16,6-1 0-16,-1-2 0 15,3-1 0-15,2-1 0 16,0-2 0-16,0 2 0 16,2-2 0-16,11 0 0 15,1-3 0-15,3-6 0 16,2-6 0-16,5-7 0 16,5-7 0-16,7 0 0 15,2-2 0-15,-3-15 0 16,-4-5 0-16,-2-8 0 15,-4-9 0-15,-3-11 0 0,-4-17 0 16,-4-4 0 0,-4-2 0-16,-5 13 0 0,-3 20 0 15,-2 15 0-15,0 12 0 16,0 13 0-16,-7 0 0 16,-5 14 0-16,-5 22 0 15,0 11 0-15,3 9 0 16,3 0 0-16,7-2 0 15,4-10 0-15,0-6 0 16,2-9 0-16,23-11 0 16,6-8 0-16,7-10 0 15,4 0 0-15,5-4 0 0,2-20 0 16,0-7 0 0,-9-7 0-16,-7-10 0 0,-10-12 0 15,-5-5 0-15,-7 4 0 16,-3 13 0-16,-8 15 0 15,0 20 0-15,0 6 0 16,0 7 0-16,0 4 0 16,0 24 0-16,-2 10 0 15,-2 9 0-15,4 0 0 16,0 0 0-16,0-7 0 16,15-6 0-16,5-12 0 15,3-10 0-15,4-6 0 16,4-6 0-16,2 0 0 15,1-21 0-15,-3-10 0 16,2-9 0-16,-2-4 0 0,0-2 0 16,3 6 0-1,-9 7 0-15,-8 13 0 0,-10 10 0 16,-5 10 0-16,-2 0 0 16,0 7 0-16,0 14 0 15,3 4 0-15,1 5 0 16,4-2 0-16,6-2 0 15,6-3 0-15,2-11 0 16,10-10 0-16,3-2 0 16,4-3 0-16,3-21 0 15,-5-6 0-15,1-7 0 16,-3-3 0-16,-6-8 0 0,-6-8 0 16,-14-10 0-16,-9-8 0 15,0-4 0-15,-13 2 0 16,-10 13 0-16,2 21 0 15,2 19 0-15,9 12 0 16,-2 11 0-16,3 12 0 16,3 26 0-16,-1 17 0 15,7 5 0-15,0 4 0 16,0 0 0-16,15-2 0 16,10 0 0-16,2-8 0 15,2-1 0-15,2-8 0 16,-4-6 0-16,-5-11 0 15,-4-12 0-15,-10-10-2 0,-5-6-2 16,-3-14-75-16</inkml:trace>
  <inkml:trace contextRef="#ctx0" brushRef="#br1" timeOffset="18000.18">18825 3236 2026 0,'0'0'14'0,"0"0"-11"0,0 0-1 16,0 0 0-16,116-48-2 15,-49 36 0-15,13-4 0 16,5 2 0-16,5 0 0 16,-9 1 0-16,-18-2 0 15,-20-1 0-15,-20-3 0 0,-15-4 0 16,-8 3 0-16,-2 0 0 16,-27 6 0-16,-10 7 0 15,-3 7 0-15,2 0 0 16,3 4 0-16,2 19 0 15,9 4 0-15,6 7 0 16,6 1 0-16,10-1 0 16,4-2 0-16,0-4 0 15,31-4 0-15,12-6 0 16,5-8 0-16,6-7 0 16,2-3 0-16,0-3 0 15,-3-19 0-15,-4-10 0 16,3-8 0-16,-10-4 0 15,-5-2 0-15,-8 5 0 16,-20 14 0-16,-9 4 0 0,0 15 0 16,-7 8 0-16,-12 0 0 15,-1 5 0-15,1 17 0 16,4 6 0-16,9 0 0 16,6 0 0-16,0-4 0 15,17-4 0-15,19-8 0 16,13-10 0-16,0-2 0 15,2 0 0-15,1-19 0 16,-6-6 0-16,1-2 0 16,-5-6 0-16,-9-4 0 15,-8-3 0-15,-18-6 0 16,-7 2 0-16,-5 7 0 0,-18 7 0 16,-10 17 0-16,-2 13 0 15,-3 0 0-15,-4 18 0 16,4 14 0-16,4 0 0 15,15-2 0-15,7-4 0 16,12-4 0-16,0-4 0 16,23-8 0-16,12-8 0 15,10-2 0-15,4 0 0 16,-2-8 0-16,-9-7 0 16,-9-3 0-16,-7-7 0 15,-5 0 0-15,0-2 0 16,-5 4 0-16,0 4 0 15,-1 13 0-15,0 6 0 16,9 10 0-16,5 30 0 16,2 23 0-16,2 17 0 0,-8 14 0 15,-9 13 0-15,-8 14 0 16,-4 10 0-16,0-1 0 16,-22-10 0-16,-7-17 0 15,-2-21 0-15,-3-19 0 16,1-19 0-16,0-21 0 15,-1-17 0-15,7-6 0 16,7-12 0-16,14-28 0 16,6-14 0-16,14-11 0 15,30-12 0-15,16-10 0 0,13-5 0 16,5-6 0-16,2 6 0 16,-1 6 0-16,-2 11 0 15,-3 5 0-15,-13-4 0 16,-8-7 0-16,-17-7 0 15,-21-2 0-15,-15 4 0 16,0 12 0-16,-32 17 0 16,-3 24 0-16,-5 22 0 15,5 11 0-15,0 8 0 16,9 28 0-16,8 7 0 16,12 7 0-16,6 4 0 15,4 0 0-15,25 1 0 16,11-4 0-16,3-2 0 15,5-10 0-15,0-2 0 16,-2-7 0-16,1-8 0 0,-3-8 0 16,-1-8 0-16,-5-6 0 15,-7 0 0-15,0-4 0 16,-11-15-3-16,-4-6-120 16</inkml:trace>
  <inkml:trace contextRef="#ctx0" brushRef="#br1" timeOffset="18272.09">21345 3020 2002 0,'0'0'42'0,"0"0"-41"0,0 0-1 0,0 0 2 0,0 0-2 16,0 0 0-16,129 0 0 16,-111 6 0-16,-7 7 0 15,-3 4 0-15,-8 3 0 16,0 0 0-16,-10-2 0 15,-19-2 0-15,-4-2 0 16,-7-6 0-16,2-6 0 16,3-2 0-16,8 0 0 15,7-6 0-15,9-15 0 16,9-6 0-16,2-3 0 16,0-2 0-16,0 1 0 15,4 0-8-15</inkml:trace>
  <inkml:trace contextRef="#ctx0" brushRef="#br1" timeOffset="23446.83">2699 5784 1992 0,'0'0'29'0,"0"0"-19"16,0 0-3-16,0 0-3 16,0 0-3-16,0 0 0 15,0 0 0-15,0 0-1 16,-91-13 0-16,61 70 0 16,4 6 2-16,5 3-2 15,8 0 0-15,7-5 0 16,6-5 0-16,0-10 0 15,4-8 0-15,23-14 0 16,13-12 0-16,11-12 0 0,7 0 0 16,2-24 0-16,3-16 0 15,-6-12 0-15,-7-6 0 16,-15-8 0-16,-10-7 0 16,-19 1 0-16,-6-6 0 15,-4 2 0-15,-25 5 0 16,-2 16 0-16,-3 16 0 15,-1 24 0-15,2 15 0 16,-3 6 0-16,-3 39 0 16,8 20 0-16,7 7 0 15,15 2 0-15,9-8 0 16,9-7 0-16,23-8 0 0,5-7 0 16,3-6 0-16,-2-2 0 15,-3-3 0-15,-10 1 0 16,-7 0 0-16,-11 2 0 15,-7 2 0-15,0-1 0 16,-19-5-19-16</inkml:trace>
  <inkml:trace contextRef="#ctx0" brushRef="#br1" timeOffset="23752.02">2061 7032 1862 0,'0'0'170'0,"0"0"-165"0,0 0-2 0,0 0 0 15,0 0-1-15,127-76 0 16,-25 12-2-16,19-11 0 16,11-3 0-16,8 5 0 15,-4 8 0-15,-11 11 0 16,-16 14 0-16,-18 10 0 15,-24 12 0-15,-22 6 0 16,-23 7 0-16,-17 5 0 16,-5 0 0-16,-16 2 0 15,-18 17 0-15,-10 7 0 0,-10 6-2 16,-10 2-1 0,-14 8-155-16</inkml:trace>
  <inkml:trace contextRef="#ctx0" brushRef="#br1" timeOffset="24107.06">1881 7307 2027 0,'0'0'10'16,"0"0"-8"-16,0 0 1 15,0 0-1-15,0 0-1 16,180-26 1-16,-68-22-2 15,15-13 0-15,20-5 0 16,10-8 0-16,11-2 0 0,-2-4 0 16,-18 7 0-16,-16 12 0 15,-25 5 0-15,-27 19 0 16,-25 11 0-16,-16 8 0 16,-20 8 0-16,-9 4 0 15,-8 3 0-15,-2 3 0 16,0 0 0-16,0 0 0 15,0 0 0-15,-10 0 0 16,-5 0 0-16,-7 0 0 16,-1 13 0-16,-3 1 0 15,-3-4-2-15,-4-5-22 16</inkml:trace>
  <inkml:trace contextRef="#ctx0" brushRef="#br1" timeOffset="25252.23">5219 5836 1974 0,'0'0'22'0,"0"0"-9"16,0 0 3-16,0 0-9 0,0 0-5 16,0 0-1-16,0-1 0 15,0 1 1-15,0 0-1 16,0 0 0-16,0 0 0 16,0 0 1-16,-2 0-2 15,-1 0 1-15,-2 0-1 16,1 0 0-16,0 0 0 15,-3 0 1-15,3 0-1 16,0-4 0-16,4-8 0 16,0-4 0-16,0-8 0 15,11-4 0-15,15-1 0 0,3 4 0 16,3 3 2-16,-3 6-2 16,-4 4 0-16,0 4 0 15,-2 8 0-15,-5 0 0 16,-5 28 0-16,-4 9 0 15,-9 6 0-15,0 1 0 16,0 0 0-16,-16 2 0 16,-2-2 0-16,-3-2 0 15,-2 1 0-15,1-7 0 16,-1-3 0-16,-1-2 0 16,2-9 0-16,-3-6 0 15,5-5 0-15,-2-6 0 16,4-3 0-16,3-1 0 0,3-1 0 15,3 0 0-15,7 0 0 16,2-3 0 0,0-8 0-16,0-4 0 0,7-1 0 15,13-2 0-15,7 2 0 16,4 1 0-16,-2 6 0 16,-1 6 0-16,-3 3 0 15,-3 0 0-15,-1 0 0 16,-2 12 0-16,4 7 0 15,1 0 0-15,1 2 0 16,4 1 0-16,-1-4 0 16,-1-2 0-16,-2-4 0 15,-3-1 0-15,-1-2 0 0,-6-3 0 16,1-4 0 0,-3-2-5-16</inkml:trace>
  <inkml:trace contextRef="#ctx0" brushRef="#br1" timeOffset="25697.1">5916 5711 2025 0,'0'0'10'0,"0"0"-5"0,0 0-2 15,0 0-1-15,0 0 0 0,0 0-2 16,6-48 0-1,-10 80 0-15,-9 12 0 0,1 6 0 16,6 0 0-16,6 2 0 16,0-8 0-16,0-4 0 15,0-8 0-15,14-7 0 16,7-10 0-16,7-8 0 16,7-7 0-16,3 0 0 15,0-12 0-15,-3-13 0 16,1-8 0-16,-5-6 0 15,-6-7 0-15,-7-4 0 16,-14-4 0-16,-4-2 0 16,0 3 0-16,-6 12 0 15,-14 6 0-15,-1 13 0 16,-4 11 0-16,0 11 0 0,-4 0 0 16,-3 15 0-16,1 17 0 15,6 7 0-15,7-2 0 16,7 4 0-16,7-3 0 15,4-4 0-15,0-6-7 16</inkml:trace>
  <inkml:trace contextRef="#ctx0" brushRef="#br1" timeOffset="25989.13">6751 5504 2022 0,'0'0'15'0,"0"0"-11"0,0 0-1 15,0 0-2-15,0 0 1 16,0 0-2-16,14-7 0 16,-16 42 0-16,-15 11 0 15,1 7 0-15,-7 5 0 16,1 1 0-16,-3 0 0 15,1-3 0-15,-5-3 0 16,2-8 0-16,0-9 0 16,3-5 0-16,1-12 0 15,6-5 0-15,1-11 0 0,5-3-8 16</inkml:trace>
  <inkml:trace contextRef="#ctx0" brushRef="#br1" timeOffset="26318.9">6522 5256 2025 0,'0'0'10'16,"0"0"-6"-16,0 0-1 15,0 0-2-15,0 0 0 0,0 0-1 16,-8 128 1-16,-4-90-1 15,-1-6 0-15,-1-8 0 16,1-10 0-16,-3-8 0 16,1-6 0-16,-6 0 0 15,6-8 0-15,-1-15 0 16,8 0 0-16,3 1 2 16,5-2-2-16,0 6 0 15,0 4 0-15,10 4-2 16,14 4 2-16,-2 6 0 15,2 0 0-15,-4 0-2 16,-4 14-176-16</inkml:trace>
  <inkml:trace contextRef="#ctx0" brushRef="#br1" timeOffset="26649.16">6901 5909 2034 0,'0'0'7'16,"0"0"-6"-16,0 0 1 16,0 0-1-16,0 0-1 15,0 0 0-15,20 38 0 16,-20-10 0-16,0 0 0 0,0-2 0 15,-16-1 0-15,1-7 2 16,1-8-2-16,3-8 0 16,5-2 0-16,6-2 0 15,0-23 0-15,0-7 0 16,8-4 0-16,17 0 0 16,0 0-2-16,-2 5-2 15,0 4-631-15</inkml:trace>
  <inkml:trace contextRef="#ctx0" brushRef="#br1" timeOffset="26918.32">7511 5390 2016 0,'0'0'18'15,"0"0"-12"-15,0 0-4 16,0 0 0-16,0 0-1 16,2 120-1-16,-2-64 2 15,0 1-2-15,0 1 0 16,0 0 0-16,0-8 0 16,-6-4 0-16,-5-6 0 15,-1-10 0-15,4-7 0 0,-1-15 0 16,2-8-4-1</inkml:trace>
  <inkml:trace contextRef="#ctx0" brushRef="#br1" timeOffset="27300.96">7462 5378 2029 0,'0'0'8'16,"0"0"-3"-16,0 0-3 15,0 0-1-15,0 0-1 16,0 0 2-16,-120 54-2 16,94-10 0-16,-1-2 0 0,2-4 0 15,7-10 0 1,9-9 0-16,9-13 0 16,0-6 0-16,0-3 0 0,21-22 0 15,8-9 0-15,4-4 0 16,-4-1 0-16,-2-1 0 15,-3 4 0-15,-4 6 0 16,2 6 0-16,1 7 0 16,-1 8 0-16,0 2 0 15,5 7 0-15,-2 0 0 16,4 0 0-16,0 0 0 16,-3 3 0-16,-2 10 0 15,-5 6 0-15,-6 6 0 16,-7 11 0-16,-4 3 0 0,-2 3-15 15</inkml:trace>
  <inkml:trace contextRef="#ctx0" brushRef="#br1" timeOffset="27593.11">8282 5916 2030 0,'0'0'10'0,"0"0"-8"0,0 0-1 0,0 0 1 16,0 0 0-16,0 0-2 15,-29 123 0-15,9-84 0 16,0-1 0-16,0-6 0 15,3-4 0-15,1-6 0 16,5-6 0-16,1-6 0 16,4-6-2-16,4-4-305 15</inkml:trace>
  <inkml:trace contextRef="#ctx0" brushRef="#br1" timeOffset="28584.18">9595 5510 1969 0,'0'0'35'0,"0"0"-22"0,0 0-1 0,0 0-3 16,0 0-6-16,0 0-2 15,-87-28 0-15,73 24 0 16,10-4-1-16,4-6 1 16,0-6-1-16,29-2 2 15,16 2-2-15,3 4 0 16,4 8 0-16,-6 5 0 16,-7 3 0-16,-6 6 0 0,-8 19 0 15,-10 7 0-15,-11 2 0 16,-4 0 0-16,0 4 0 15,-25-4 0-15,-10 0 0 16,-5-2 0-16,-5-5 0 16,3-9 0-16,9-7 0 15,10-8 0-15,15-3 0 16,8 0 0-16,4-18 0 16,32-2 0-16,13 2 0 15,2 6 0-15,0 8 0 0,-4 4 0 16,-5 0 0-1,-6 22 0-15,-5 6 0 0,-13 8 0 16,-9 3 0-16,-9 4 0 16,0-3 0-16,-25-2 0 15,-15-4 0-15,-9-2 0 16,-6-8 0-16,-3-2 0 16,2-10 0-16,4-6 0 15,10-6 0-15,11 0 0 16,11-15 0-16,13-14 0 15,7-9 0-15,0-4 0 16,29 2 0-16,9 3-4 16,5 8-49-16</inkml:trace>
  <inkml:trace contextRef="#ctx0" brushRef="#br1" timeOffset="28995.78">10310 5520 2021 0,'0'0'16'0,"0"0"-11"0,0 0-3 0,0 0-1 15,0 0 1-15,0 0-2 16,-31-70 0-16,10 92 0 16,-3 15 0-16,2 7 0 15,2 3 0-15,5 6 0 16,5-3 0-16,8-5 0 0,2-4 0 15,0-7 0-15,16-10 0 16,11-12 0-16,6-8 0 16,5-4 0-16,4-2 0 15,-3-23 0-15,2-6 0 16,-3-5 0-16,-10-6 0 16,-9-4 0-16,-14 0 0 15,-5 2 0-15,-5 3 0 16,-26 13 0-16,-5 10 0 15,-2 12 0-15,-2 6 0 16,2 0 0-16,5 22 0 16,4 5 0-16,11 0 0 15,7 2 0-15,9-5 0 0,-2-3-3 16,-2-5-88 0</inkml:trace>
  <inkml:trace contextRef="#ctx0" brushRef="#br1" timeOffset="29804.8">10837 5560 1953 0,'0'0'51'0,"0"0"-38"0,0 0-5 15,0 0-3-15,0 0-3 16,0 0-2-16,7-1-1 15,-7 1-21-15</inkml:trace>
  <inkml:trace contextRef="#ctx0" brushRef="#br1" timeOffset="30181.37">11143 5242 2021 0,'0'0'13'15,"0"0"-7"-15,0 0-3 16,0 0-1-16,0 0-2 16,0 0 2-16,-67 112-2 15,41-55 0-15,-3 4 0 16,0 3 0-16,-5 3 0 0,-3-3 0 16,-4-4 0-16,-2-3 0 15,0-7 0-15,0-9 0 16,7-5 0-16,5-16 0 15,11-17-3-15</inkml:trace>
  <inkml:trace contextRef="#ctx0" brushRef="#br1" timeOffset="30383.99">10715 5306 2029 0,'0'0'8'15,"0"0"-4"-15,0 0-2 16,0 0 0-16,0 0-2 16,0 0 0-16,-15-67 0 15,15 100 0-15,0 9 0 16,9 3 0-16,2-4 0 16,0-3-42-16</inkml:trace>
  <inkml:trace contextRef="#ctx0" brushRef="#br1" timeOffset="30601.23">11143 5803 2019 0,'0'0'20'0,"0"0"-17"15,0 0-1-15,0 0 1 16,0 0-3-16,0 0 0 15,2 6 0-15,-2-6 0 16,0 0 0-16,0 0 0 16,-4 0 0-16,4 0 0 15,-4 0-2-15</inkml:trace>
  <inkml:trace contextRef="#ctx0" brushRef="#br1" timeOffset="31033.98">11816 5172 2000 0,'0'0'26'16,"0"0"-14"-16,0 0-8 15,0 0-1-15,0 0-3 16,0 0 2-16,0-50-2 15,0 97 0-15,0 13 0 16,2 9 0-16,-2 0 0 16,2 0 0-16,-2-1 0 15,2-11 0-15,-2-4 0 16,0-8 0-16,0-12 0 16,0-3 0-16,-2-7 0 15,-10-11 0-15,-2-12-2 16,1 0-234-16</inkml:trace>
  <inkml:trace contextRef="#ctx0" brushRef="#br1" timeOffset="31441.63">11841 5081 2023 0,'0'0'11'0,"0"0"-5"16,0 0-3-16,0 0-1 15,0 0-2-15,0 0 0 16,-121 10 2-16,83 38-2 16,2 2 0-16,7 0 0 15,6-5 0-15,9-12 0 0,7-10 0 16,7-9 0-16,0-9 0 16,0-5 0-16,15-3 0 15,4-21 0-15,1-6 0 16,-5-11 0-16,-1-3 0 15,-1-4 0-15,-2-2 0 16,3 4 0-16,1 7 0 16,5 10 0-16,7 10 0 15,4 14 0-15,7 5 0 16,4 0 0-16,5 17 0 16,-1 6 0-16,4 1 0 15,-8-2 0-15,-8-4 0 0,-6 0 0 16,-5-4 0-16,-7 3 0 15,-8-8 0-15,-3-3-244 16</inkml:trace>
  <inkml:trace contextRef="#ctx0" brushRef="#br1" timeOffset="32581.56">12872 5745 2008 0,'0'0'20'0,"0"0"-11"0,0 0-6 16,0 0-1-16,0 0 0 15,0 0-1-15,-60 154-1 16,24-92 0-16,1-3 2 0,1-4-2 15,12-4 0 1,2-10 0-16,9-5-2 0,0-19-61 16</inkml:trace>
  <inkml:trace contextRef="#ctx0" brushRef="#br1" timeOffset="33818.41">14771 5334 1985 0,'0'0'42'0,"0"0"-33"0,0 0-5 15,0 0-2-15,0 0-1 16,0 0 0-16,-5-2-1 16,-13 20 0-16,-9-1 1 15,-8-4-1-15,-7-3 0 0,-8-8 2 16,3-2-2 0,7 0 0-16,11-14 0 0,14-5 0 15,15 2 0-15,2-3 0 16,36 4 0-16,17-1 0 15,8 1 0-15,2 3 0 16,-1 1 0-16,-4-1 0 16,3 0 0-16,-1-2 0 15,-6 1 0-15,-4-6 0 16,-13-2 0-16,-7-1 0 16,-10-6 0-16,-11 1 0 15,-5 2 0-15,-3-2 0 0,-3 6 0 16,0 6 0-1,0 4 0-15,0 10 0 0,-9 2 0 16,-4 10 0-16,-3 28 0 16,-2 12 0-16,3 13 0 15,4 2 0-15,3 8 0 16,2 3 0-16,2 0 0 16,-3 2 0-16,-5-2 0 15,-1-1 0-15,-3-9 0 16,-1-8 0-16,-1-8 0 15,3-14 0-15,6-12 0 16,9-19-4-16</inkml:trace>
  <inkml:trace contextRef="#ctx0" brushRef="#br1" timeOffset="34194.03">15321 5450 2017 0,'0'0'20'0,"0"0"-16"0,0 0-1 0,0 0-2 16,0 0 1-16,0 0-2 16,-9 10 0-16,-4 30 0 15,-1 8 0-15,5 1 0 16,5-5 0-16,4-3 0 16,0-8 0-16,18-12 0 15,13-9 0-15,5-12 0 16,6 0 0-16,1-7 0 0,-6-17 0 15,-1-7 0 1,-7-2 0-16,-16-7 0 0,-11-3 0 16,-2 3 0-16,-11 2 0 15,-18 6 0-15,-7 10 0 16,-3 12 0-16,-4 10 0 16,1 0 0-16,-1 16 0 15,9 10 0-15,13 4 0 16,9 0 0-16,12-1 0 15,0-7 0-15,4-11-3 16,21-8-97-16</inkml:trace>
  <inkml:trace contextRef="#ctx0" brushRef="#br1" timeOffset="34448.01">15808 5078 2029 0,'0'0'10'0,"0"0"-7"16,0 0-1-16,0 0-1 16,0 0 1-16,0 0-2 15,23-11 0-15,-23 79 0 16,0 10 0-16,0-2 0 16,0 2 0-16,0-1 0 15,-5-3 0-15,1-6 0 0,2-7 0 16,0-11 0-1,-2-11 0-15,0-10 0 0,2-16 0 16,-1-13-4-16</inkml:trace>
  <inkml:trace contextRef="#ctx0" brushRef="#br1" timeOffset="35228.1">15639 5470 2036 0,'0'0'5'16,"0"0"-4"-16,0 0 0 16,0 0 1-16,0 0-2 0,150 2 0 15,-96-2 2 1,-2-2-2-16,-2-9 0 0,-5-6 0 16,1 3 0-16,-2-3 0 15,-5 2 0-15,-6-3 0 16,-11 0 0-16,-6-2 0 15,-16 0 0-15,0 2 0 16,0 5 0-16,-21 3 0 16,2 10 0-16,-7 0 0 15,3 10 0-15,-2 21 0 16,0 8 0-16,6 0 0 16,5 5 0-16,7-2 0 15,5-2 0-15,2-4 0 16,0-5 0-16,0-12 0 0,15-5 0 15,14-11 0-15,3-3 0 16,7 0 0-16,4-21 0 16,-1-3 0-16,-1-8 0 15,-10-7 0-15,-11 2 0 16,-12-3 0-16,-5 6 0 16,-3 10 0-16,0 8 0 15,0 8 0-15,0 8 0 16,-3 0 0-16,-8 12 0 15,3 18 0-15,-3 6 0 16,5 4 0-16,6 0 0 16,0-3 0-16,0-7 0 15,19-9 0-15,4-9 0 0,6-12 0 16,6 0 0 0,7 0 0-16,5-24 0 0,5-6 0 15,-2-6 0-15,4-8 0 16,-2-6 0-16,-8-9 0 15,-11-10 0-15,-14-13 0 16,-17-6 0-16,-2-4 0 16,-5 15 0-16,-15 19 0 15,4 21 0-15,3 21 0 16,-2 16 0-16,1 0 0 16,1 34 0-16,-3 25 0 15,3 13 0-15,1 12 0 0,8 3 0 16,2-5 0-16,0-2 0 15,2-3 0-15,0-2 0 16,0-5 0-16,0-3 0 16,-5-7 0-16,-1-10 0 15,-4-11-35-15</inkml:trace>
  <inkml:trace contextRef="#ctx0" brushRef="#br1" timeOffset="39968.58">17645 5065 2029 0,'0'0'7'0,"0"0"-2"0,0 0-3 0,0 0-1 16,0 0 0-16,0 0-1 16,19 101 0-16,-14-33 0 15,-5 8 2-15,0 0-2 16,0-2 0-16,0-2 0 15,0-4 0-15,0-5 0 16,0-11 0-16,-2-8 0 16,-1-17-2-16,-4-8-16 15</inkml:trace>
  <inkml:trace contextRef="#ctx0" brushRef="#br1" timeOffset="40366.04">17898 5316 2004 0,'0'0'22'0,"0"0"-13"16,0 0-3-16,0 0-4 16,0 0-1-16,0 0-1 15,19 7 1-15,-17 37-1 16,-2 6 0-16,0 0 0 16,0-1 0-16,0-5 2 15,0-6-2-15,0-9 0 16,0-11 0-16,0-13 0 15,0-5 0-15,0-5 0 16,6-27 0-16,10-8 0 16,6-7 0-16,0-1 0 0,3 2 0 15,2 0 0 1,2 4 0-16,0 8 0 0,0 12 0 16,2 13 0-16,-7 9 0 15,-4 9 0-15,-4 20 0 16,-8 8 0-16,-3 3 0 15,-5 2 0-15,0-4 0 16,0-1 0-16,0-1 0 16,0-9 0-16,0-4 0 15,0-7 0-15,0-15 0 16,7-1-8-16</inkml:trace>
  <inkml:trace contextRef="#ctx0" brushRef="#br1" timeOffset="42029.89">18580 5163 2018 0,'0'0'16'0,"0"0"-9"0,0 0-4 0,0 0-2 16,0 0-1-16,0 0 0 16,-80 66 2-16,66-22-2 15,1 3 0-15,7-3 0 16,4 1 0-16,2-6 0 15,0-5 0-15,15-6 0 16,12-8 0-16,6-12 0 0,5-8 0 16,3 0 0-1,1-14 0-15,-3-13 0 16,-2-9 0-16,-6-8 0 0,-7-7 0 16,-4-9 0-16,-7-3 0 15,-5 6 0-15,-8 10 0 16,0 15 0-16,0 14 0 15,0 15 0-15,-12 3 0 16,-1 21 0-16,-1 15 0 16,1 2 0-16,7 1 0 15,6-6 0-15,0-4 0 16,7-5 0-16,23-10 0 16,3-2 0-16,5-2 0 0,1 0 0 15,1 2 0 1,-5 6 0-16,-6 0 0 0,-14 2 0 15,-7 4 0-15,-8 2 0 16,0 4 0-16,0 0 0 16,0-4 0-16,0-5 0 15,0-7 0-15,0-8 0 16,0-6 0-16,19 0 0 16,13-5 0-16,12-19 0 15,3-3 0-15,2-5 0 16,-5-7 0-16,-3-3 0 15,-12-6 0-15,-5-4 0 16,-10 0 0-16,-6-1 0 0,-6 14 0 16,-2 12 0-16,0 15 0 15,0 12 0-15,0 4 0 16,-13 26 0-16,-5 11 0 16,1 5 0-16,-1-1 0 15,2 3 0-15,7-4 0 16,3-7 0-16,6-3 0 15,0-8 0-15,8-8 0 16,21-10 0-16,5-8 0 16,9 0 0-16,7-8 0 15,6-13 0-15,4-9 0 16,0-1 0-16,-6-9 0 16,-12-4 0-16,-6-4 0 15,-16-3 0-15,-11 4 0 16,-9 8 0-16,0 11 0 15,0 15 0-15,-20 13 0 0,-5 0 0 16,-1 29 0-16,-3 9 0 16,0 7 0-16,2 1 0 15,2 2 0-15,12-4 0 16,4-6 0-16,9-8 0 16,0-8 0-16,0-10 0 15,20-8 0-15,9-4 0 16,6 0 0-16,4-18 0 15,1-6 0-15,2-6 0 16,-1-2 0-16,-8-6 0 0,-6 0 0 16,-12-3 0-1,-9 8 0-15,-6 7 0 0,0 8 0 16,0 12 0-16,-2 6 0 16,-9 0 0-16,-5 24 0 15,1 9 0-15,1 5 0 16,6 5 0-16,3-7 0 15,5-2 0-15,0-4 0 16,0-10 0-16,9-8 0 16,16-10 0-16,8-2 0 15,5-6 0-15,5-21 0 16,3-6 0-16,3-9 0 16,-5-8 0-16,-3-11 0 15,-5-9 0-15,-12-7 0 16,-11 0 0-16,-8 12 0 0,-5 18 0 15,0 20 0-15,-2 18 0 16,-19 9 0-16,2 9 0 16,-4 26 0-16,3 10 0 15,9 4 0-15,5-4 0 16,6-2 0-16,0-6 0 16,15-8 0-16,9-8 0 15,8-4 0-15,-1-3 0 16,0 0 0-16,-9 3 0 15,-6 1 0-15,-9 0 0 16,-7 4 0-16,-2 2 0 16,-27 0 0-16,-6 0 0 0,0-2 0 15,8-4 0-15,12-11 0 16,11-7 0-16,4 0 0 16,0-13 0-16,24-13 0 15,10-4 0-15,3-2 0 16,3-5 0-16,3-1 0 15,-1-4 0-15,2 0 0 16,-3-6 0-16,-3 0 0 16,-11-2 0-16,-10 6 0 15,-8 12 0-15,-9 4 0 16,0 13 0-16,0 7 0 16,-16 8 0-16,-6 0 0 15,-2 14 0-15,-5 23 0 16,2 13 0-16,5 7 0 15,4 2 0-15,11-3 0 0,7-12 0 16,0-5 0-16,10-12 0 16,15-6 0-16,10-7 0 15,2-8 0-15,5-6 0 16,1 0 0-16,-5 0 0 16,-9-14 0-16,-12-1 0 15,-15-2 0-15,-2-5-11 16</inkml:trace>
  <inkml:trace contextRef="#ctx0" brushRef="#br1" timeOffset="42803.07">21782 4579 1705 0,'0'0'331'0,"0"0"-326"0,0 0-3 0,0 0 0 0,0 0-2 16,0 0 2-16,-57-3-2 16,20 71 0-16,0 12 0 15,-5 12 0-15,-1 10 0 16,1 1 0-16,-2-5 0 16,3-8 0-16,5-14 0 15,3-15 0-15,8-15 0 16,6-15 0-16,5-14-2 15,7-17-17-15</inkml:trace>
  <inkml:trace contextRef="#ctx0" brushRef="#br1" timeOffset="43114.01">21368 4479 2020 0,'0'0'11'15,"0"0"-5"-15,0 0-4 16,0 0 0-16,0 0 0 16,-58 135-2-16,31-89 1 15,-6-8-1-15,-7-12 1 16,2-12-1-16,-1-14 0 16,10 0 0-16,6-18 0 15,4-14 0-15,4-3 0 16,4-1 0-16,8 7 0 0,3 5 0 15,0 6 0 1,7 7 0-16,18 10 0 0,6 1 0 16,9 12 0-16,7 18 0 15,2 5-2-15,4 7-119 16</inkml:trace>
  <inkml:trace contextRef="#ctx0" brushRef="#br1" timeOffset="43409.95">21820 5172 2008 0,'0'0'24'16,"0"0"-20"-16,0 0 0 15,0 0-2-15,0 0-1 16,0 0 0-16,65 92 0 15,-65-63-1-15,-14 1 0 16,-8-3 2-16,-4-7-2 16,-3-6 0-16,4-8 0 15,2-6 0-15,8 0 0 16,3-17 0-16,10-8 0 16,2-6 0-16,5-4 0 15,21-8-2-15,6-5 0 0,-1-2-176 16</inkml:trace>
  <inkml:trace contextRef="#ctx0" brushRef="#br1" timeOffset="43643.59">22337 4768 2012 0,'0'0'20'15,"0"0"-15"-15,0 0-1 16,0 0-1-16,0 0-2 0,0 0-1 16,69-26 2-16,-16 8-2 15,1 1 0-15,0 0 0 16,-6 7 0-16,-12 3 0 16,-12 6-2-16,-8-1-14 15</inkml:trace>
  <inkml:trace contextRef="#ctx0" brushRef="#br1" timeOffset="43823.02">22334 5117 2026 0,'0'0'10'16,"0"0"-6"-16,0 0-1 15,0 0-1-15,133-28-2 16,-79 0 0-16,0-2 0 0,0-3 0 15,1 2 0-15,-1-5 0 16,6-4-93-16</inkml:trace>
  <inkml:trace contextRef="#ctx0" brushRef="#br1" timeOffset="44191.37">23540 4506 2019 0,'0'0'12'0,"0"0"-8"0,0 0 2 15,-76-147-4-15,52 86-1 16,2-8 0-16,12-9-1 16,10 8 0-16,0 7 2 15,34 15-2-15,11 16 0 16,8 11 0-16,7 14 0 15,2 7 0-15,-2 6 0 16,-6 24 0-16,-11 14 0 16,-19 12 0-16,-17 8 0 15,-7 11 0-15,-16 3 0 16,-17 4 0-16,-5 2 0 16,5-2 0-16,-4-1 0 15,6-6 0-15,7-4 0 16,8-6 0-16,10-5 0 15,4-6 0-15,2-4 0 0,0-6-13 16</inkml:trace>
  <inkml:trace contextRef="#ctx0" brushRef="#br1" timeOffset="44505.42">23730 5416 2026 0,'0'0'10'16,"0"0"-7"-1,0 0 0-15,0 0-1 0,0 0-1 16,0 0-1-16,120-34 0 16,-116 55 0-16,-4 6 0 15,0 3 0-15,-7 0 2 16,-17 0-2-16,-9-3 0 15,-3-8 0-15,2-8 0 16,7-11 0-16,8 0 0 16,7-11 0-16,10-21 0 15,2-5 0-15,7-10 0 16,19-5 0-16,9-6 0 16,-2-6-3-16</inkml:trace>
  <inkml:trace contextRef="#ctx0" brushRef="#br2" timeOffset="-145153.9">14011 6529 2015 0,'0'0'5'0,"0"0"-3"0,0 0-1 15,0 0-1-15,0 0 2 16,173 13 3-16,-43-13-2 16,39 0-1-16,54-27 0 15,53-16 0-15,58-15-1 16,72-9 0-16,64-10 0 16,60-7-1-16,54-2 0 15,27 2 0-15,-3 4 0 16,-18 17 1-16,-39 9-1 15,-57 8 0-15,-59 8 0 16,-68 3 0-16,-63 10 0 16,-61 0 0-16,-56 3 0 0,-45 4 0 15,-39 0 0-15,-32 3 0 16,-25 2 0-16,-13 3 0 16,-12 4 0-16,-13 0 0 15,-2 2 0-15,-4 0 0 16,-2 0 0-16,0 2 0 15,0 2 0-15,0 0 0 16,-5 0 0-16,-23 6-1 16,-15 7-3-16,-14-7-26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15T05:13:03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 10194 1921 0,'0'0'65'15,"0"0"-61"-15,0 0-3 16,0 0-1-16,0 0 0 15,0 0-25-15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05:21:18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0 1 26364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15T05:14:54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1830 3409 2004 0,'0'0'14'0,"0"0"-6"15,0 0-1-15,0 0-2 0,0 0-2 16,-122-11-2-16,95 67-1 16,2 21 1-16,0 15-1 15,8 2 1-15,7-4-1 16,10-9 1-16,0-12-1 16,14-17 0-16,17-13 0 15,7-13 0-15,12-19 0 16,9-7 0-16,5-24 0 15,4-29 0-15,-6-17 0 16,-13-18 0-16,-14-15 0 16,-19-8 0-16,-16-2 0 0,-2 11 0 15,-38 9 0 1,-7 20 0-16,-1 20 0 0,-2 24 0 16,11 20 0-16,-2 9 0 15,7 42 0-15,1 19 0 16,8 13 0-16,17 2 0 15,8 0 0-15,3-4 2 16,31-4-2-16,14-6 0 16,4-1 0-16,6-7 0 15,-2 0 0-15,-8 0 0 16,-9-1 0-16,-10 4 0 16,-10 1-2-16,-13-3-1 15,-6-10-330-15</inkml:trace>
  <inkml:trace contextRef="#ctx0" brushRef="#br0" timeOffset="270.2">1184 5023 2011 0,'0'0'19'0,"0"0"-15"0,0 0 0 16,0 0 1-16,191-105-3 15,-88 35-2-15,8-4 2 0,12-4-2 16,10-2 0 0,1 6 0-16,-4 5 0 15,-20 12 0-15,-25 12 0 0,-22 15 0 16,-23 14 0 0,-20 10 0-16,-18 6 0 0,-2 6-2 15,-27 26 0-15,-29 14-9 16,-17 10-168-16</inkml:trace>
  <inkml:trace contextRef="#ctx0" brushRef="#br0" timeOffset="554.11">1232 5298 1970 0,'0'0'42'16,"0"0"-29"-16,0 0-4 15,0 0-3-15,0 0-3 0,0 0-1 16,168-50-2-1,-51-19 2-15,20-5-2 0,17-10 0 16,12-2 0-16,4 2 0 16,-12 3 0-16,-18 11 0 15,-24 12 0-15,-24 12 0 16,-24 11 0-16,-23 12 0 16,-20 7 0-16,-12 8 0 15,-11 1 0-15,-2 6 0 16,0 1 0-16,-2 0 0 15,-25 0 0-15,-8 10 0 16,-9 6-3-16,-6 0-21 16</inkml:trace>
  <inkml:trace contextRef="#ctx0" brushRef="#br0" timeOffset="5302.26">5587 3461 2032 0,'0'0'3'0,"0"0"0"0,0 0 0 15,0 0-1-15,0 0-1 16,0 0 0-16,-27 27-1 16,27 52 0-16,0 11 0 0,0 5 0 15,0-9 0 1,0-8 0-16,-8-8 0 0,0-8 0 15,1-7 0-15,5-16-2 16,2-20-48-16</inkml:trace>
  <inkml:trace contextRef="#ctx0" brushRef="#br0" timeOffset="5700.05">5644 3702 2015 0,'0'0'15'15,"0"0"-7"-15,0 0-6 16,0 0 0-16,0 0-1 16,0 0-1-16,74-23 1 0,-55 57-1 15,-5 5 1-15,-3 5-1 16,-9 2 0-16,-2-4 0 16,0-2 0-16,0-7 0 15,-8-12 0-15,-3-7 0 16,3-14 0-16,4 0 0 15,4-28 0-15,0-16 0 16,6-9 0-16,19-4 0 16,0 0 0-16,6 6 0 15,-2 12 0-15,0 15 0 16,0 17 0-16,-2 7 0 16,-2 3 0-16,-6 25 0 15,-3 8 0-15,-7 0 0 0,-7 5 0 16,-2-1 0-16,0-2 0 15,0 0 0-15,0-4 0 16,0-1 0-16,-6-10 0 16,1-9-2-16,5-14-290 15</inkml:trace>
  <inkml:trace contextRef="#ctx0" brushRef="#br0" timeOffset="7832.18">6354 3552 2007 0,'0'0'24'16,"0"0"-17"-16,0 0-3 0,0 0-2 16,0 0-1-1,0 0-1-15,-57-71 0 0,35 109 2 16,-1 10-2-16,-1 6 0 16,6 2 0-16,9-1 0 15,4-5 0-15,5-9 0 16,3-4 0-16,17-13 0 15,11-12 0-15,5-5 0 16,2-7 0-16,9 0 0 16,-5-13 0-16,-4-14 0 15,-2-13-2-15,-3-13 2 16,-4-15 0-16,0-13 0 16,-4-2 0-16,-10 6 0 0,-9 20 0 15,-6 22 0 1,0 17 0-16,-2 15 0 0,-13 3 0 15,-7 21 0-15,1 17 0 16,4 9 2-16,5 6-2 16,12-8 0-16,0-5 0 15,0-9 0-15,18-15 0 16,9-7 0-16,7-9 0 16,5 0 0-16,1 0 0 15,-1-3 0-15,-6 3 0 16,-8 0 0-16,-8 6 0 15,-3 16 0-15,-12 4 0 16,-2 4 0-16,0 3 0 16,0-3 0-16,0-2 0 0,0-6 0 15,0-8 0-15,0-7 0 16,0-7 0-16,20 0 0 16,9-13 0-16,6-17 0 15,8-4 0-15,-3-6-2 16,-2-11 2-16,-9-3 0 15,-11-5 0-15,-12 0 0 16,-6 11 0-16,0 14 0 16,-2 14 0-16,-11 10 0 15,-1 10 0-15,3 0 2 16,2 18-2-16,-4 20 0 16,4 16 0-16,3 7 0 15,1 2 0-15,5-5 0 16,0-9 0-16,0-12 0 0,11-10 0 15,14-14 0-15,10-8 0 16,7-5 0-16,12-5 0 16,4-20 0-16,5-12 0 15,-5-3 0-15,-8-8 0 16,-14-5 0-16,-12 0 0 16,-14-1 0-16,-10 12 0 15,0 13 0-15,-12 16 0 16,-10 10 0-16,0 3 0 15,-3 13 0-15,3 19 0 16,2 8 0-16,0 6 0 0,6 2 0 16,6-4 0-1,5-6 0-15,3-8 0 0,0-7 0 16,5-12 0-16,17-6 0 16,7-5 0-16,7-6 0 15,6-24 0-15,1-8 0 16,1-12 0-16,1 0 0 15,-7 1 0-15,-9 5 0 16,-14 14 0-16,-10 10 0 16,-5 10 0-16,0 10 0 15,-7 0 0-15,-9 11 0 16,0 22 0-16,1 11 0 16,3 4 0-16,4-2 0 15,6-6 0-15,2-8 0 16,0-12 0-16,2-6 0 0,20-14 0 15,4 0 0-15,9-16 0 16,11-20 0-16,5-9 0 16,5-8 0-16,-4-1 0 15,-8-4 0-15,-11 4 0 16,-6 7 0-16,-12 11 0 16,-5 14 0-16,-10 16 0 15,0 6 0-15,0 0 0 16,-8 18 0-16,-7 16 0 15,-1 7 0-15,3 5 0 16,5 0 0-16,3 2 0 16,0-4 0-16,5-6 0 0,0-10 0 15,0-10 0-15,0-8 0 16,8-6 0-16,9-4 0 16,5 0 0-16,3 0 0 15,4-8 0-15,2-2 0 16,-2 2 0-16,0 2 0 15,-3 2 0-15,-5 3 0 16,-7 1 0-16,-10 0 0 16,-4 0 0-16,0 15 0 15,-16 7 0-15,-11 2 0 16,-4 1 0-16,4-6 0 16,7-2 0-16,9-7 0 15,4-6 0-15,7-4 0 0,0 0 0 16,7-18 0-1,15-11 0-15,5-3 0 0,0-4 0 16,0-4 0-16,-6-4 0 16,0-4 0-16,-3 0 0 15,-5 2 0-15,-2 6 0 16,-2 10 0-16,-6 9 0 16,-1 10 0-16,-2 7 0 15,0 1 0-15,0 3 0 16,0 0 0-16,0 0 0 15,0 8 0-15,0 16 0 16,-7 11 0-16,-2 5 0 0,2 0 0 16,1 4 0-1,6-4 0-15,0 0 0 0,0-5 0 16,0-12 0-16,20-6 0 16,4-7 0-16,7-10 0 15,2 0 0-15,6-3 0 16,-1-19 0-16,-3-6 0 15,-2-6 0-15,-1-9 0 16,-3-5 0-16,-8-2 0 16,1 0 0-16,-12 4 0 15,-3 8 0-15,-5 8 0 16,-2 12 0-16,0 11 0 16,0 7 0-16,-13 0 0 15,-5 7 0-15,-5 21 0 16,4 6 0-16,1 5 0 0,0-2 0 15,8 4 0-15,4-1 0 16,4-2 0-16,2-9 0 16,0-6 0-16,11-14 0 15,11-9 0-15,7 0 0 16,5-11 0-16,3-20 0 16,2-6 0-16,-3-9 0 15,-7-9 0-15,-10-4 0 16,-9-16 0-16,-10-7 0 15,0-6 0-15,0 4 0 16,-16 12 0-16,0 16 0 16,0 17 0-16,6 19 0 0,0 14 0 15,4 6 0-15,3 22 0 16,3 27 0-16,0 16 0 16,0 18 0-16,0 5 0 15,3 6 0-15,1 2 0 16,-4 1 0-16,0-3 0 15,0-9 0-15,-11-10 0 16,2-14 0-16,3-14 0 16,1-10 0-16,2-11 0 15,-1-9-12-15</inkml:trace>
  <inkml:trace contextRef="#ctx0" brushRef="#br0" timeOffset="8084.93">9323 3387 2015 0,'0'0'15'0,"0"0"-12"0,0 0 2 0,0 0-2 16,0 0-2-16,0 0 0 15,31 11 0-15,2-13-1 16,3-16 0-16,6 0 0 0,1-4 0 16,-8 4 0-1,-6 2-3-15,-11 8-632 0</inkml:trace>
  <inkml:trace contextRef="#ctx0" brushRef="#br0" timeOffset="8261.4">9285 3726 1985 0,'0'0'38'0,"0"0"-25"16,0 0-8-16,0 0-2 15,0 0-2-15,142-17-1 16,-82-19 2-16,-4 2-2 16,-4 4 0-16,-4 5 0 0,-10 4-2 15,-9 0-7 1</inkml:trace>
  <inkml:trace contextRef="#ctx0" brushRef="#br0" timeOffset="9833.93">10443 3174 2019 0,'0'0'14'0,"0"0"-8"16,0 0-3-16,0 0-1 15,0 0-1-15,0 0-1 16,-21 133 0-16,13-63 2 0,-3 1-2 16,3 0 0-1,-2-8 0-15,2-7 0 0,5-17 0 16,3-9 0-16,0-16 0 16,0-12 0-16,29-2 0 15,16-21 0-15,13-19 0 16,4-13 0-16,0-5 0 15,-8 2 0-15,-12 4 0 16,-13 7 0-16,-11 14 0 16,-13 6 0-16,-5 14 0 15,0 7 0-15,0 4 0 16,0 0 0-16,0 11 0 16,0 22 0-16,0 5 0 15,-3 7 0-15,-1 10 0 16,2-1 0-16,-4 4 0 0,-2-3 0 15,2-5 0-15,-1-6 0 16,3-7 0-16,-1-2 0 16,3-10 0-16,2-8-4 15,0-13-541-15</inkml:trace>
  <inkml:trace contextRef="#ctx0" brushRef="#br0" timeOffset="10213.54">11060 3363 2011 0,'0'0'21'0,"0"0"-13"0,0 0-5 16,0 0-1-16,0 0-2 0,0 0 2 15,0-49-2-15,0 89 0 16,0 15 0-16,0 5 0 16,0 6 0-16,0-2 0 15,0-4 0-15,0-7 0 16,0-12 0-16,0-10 0 15,16-15 0-15,16-16 0 16,5 0 0-16,3-14 0 16,3-20 0-16,-3-6 0 15,0-15 0-15,-7-10 0 16,-8-6 0-16,-17-4 0 16,-8 7 0-16,-2 13 0 15,-27 12 0-15,-6 17 0 0,-5 14 0 16,-2 12 0-1,1 0 0-15,-1 17 0 0,7 12 0 16,3 7 0-16,10 4 0 16,11 0 0-16,4 1 0 15,7-5-3-15,0-10-58 16</inkml:trace>
  <inkml:trace contextRef="#ctx0" brushRef="#br0" timeOffset="10502">12110 3036 2031 0,'0'0'9'0,"0"0"-6"0,0 0-1 0,0 0 0 15,0 0-2-15,0 0 0 16,-53 37 0-16,22 26 0 15,-8 10 0-15,4 5 0 16,-3 6 0-16,3 4 0 16,-1-5 0-16,1-6 0 15,2-17 0-15,10-13 0 16,2-17 0-16,10-15 0 16,5-13 0-16,5-2-2 15,1-20-41-15</inkml:trace>
  <inkml:trace contextRef="#ctx0" brushRef="#br0" timeOffset="10680.17">11642 3003 2011 0,'0'0'18'0,"0"0"-11"16,0 0-3-16,0 0-2 15,0 0-1-15,0 0 0 16,-27-74-1-16,39 102 0 15,3 7 0-15,-1 0 0 16,-3 2-1-16,0-3-59 16</inkml:trace>
  <inkml:trace contextRef="#ctx0" brushRef="#br0" timeOffset="10875.02">11989 3569 2016 0,'0'0'21'16,"0"0"-17"-16,0 0-2 15,0 0-1-15,0 0 0 16,0 0-1-16,10 0 0 16,-10-2 0-16,0-2 0 15,-2-2-44-15</inkml:trace>
  <inkml:trace contextRef="#ctx0" brushRef="#br0" timeOffset="11122.49">12749 3721 2027 0,'0'0'15'0,"0"0"-13"16,0 0-1-16,0 0-1 0,0 0 2 16,-55 127-2-1,17-61 0-15,2-2 0 0,3-1 0 16,6-9 0-16,5-7 0 16,2-12 0-16,-2-16-2 15</inkml:trace>
  <inkml:trace contextRef="#ctx0" brushRef="#br0" timeOffset="11707">14053 3071 2028 0,'0'0'7'0,"0"0"-3"0,0 0-2 15,0 0-1-15,0 0 0 0,-16 153 0 16,14-76 0-1,-4 0-1-15,-4 4 2 0,-1-2-2 16,-2-4 0-16,-3-9 0 16,-4-13 0-16,-2-15 0 15,-4-24-4-15</inkml:trace>
  <inkml:trace contextRef="#ctx0" brushRef="#br0" timeOffset="11976.95">13888 3094 2036 0,'0'0'4'0,"0"0"-1"16,0 0-2-1,0 0 0-15,131-84-1 0,-73 91 2 16,2 30-2-16,-4 15 0 16,-10 13 0-16,-11 10 0 15,-18 7 0-15,-17 7 0 16,-8 1 0-16,-36-8 0 15,-6-9 0-15,-2-19 0 16,6-18 0-16,5-17 0 16,10-13 0-16,10-6 0 15,11-6 0-15,10-22 0 16,0-3-5-16,29-4-189 16</inkml:trace>
  <inkml:trace contextRef="#ctx0" brushRef="#br0" timeOffset="12360.97">14601 3392 1974 0,'0'0'65'0,"0"0"-62"16,0 0-2-16,0 0 0 16,0 0-1-16,0 0 1 15,0 29-1-15,20-23 0 16,7-6 0-16,6 0 0 15,7-10 0-15,0-12 2 0,-3-6-2 16,-8-2 0 0,-12 0 0-16,-13-1 0 0,-4 6 0 15,0 0 0-15,-27 8 0 16,-4 10 0-16,-4 7 0 16,-5 0 0-16,-2 19 0 15,1 17 0-15,6 3 0 16,5 11 0-16,8 0 0 15,9-1 0-15,11-3 0 16,2-8 0-16,13-6 0 16,20-5 0-16,8-14 0 15,10-9 0-15,2-4 0 16,5 0 0-16,2-21-2 16,3-12-38-16</inkml:trace>
  <inkml:trace contextRef="#ctx0" brushRef="#br0" timeOffset="14369.91">15316 3140 2018 0,'0'0'19'16,"0"0"-14"-16,0 0-3 15,0 0-1-15,-127-20-1 16,94 58 2-16,-3 6-2 16,7 6 0-16,4 0 0 15,8 2 0-15,8-2 0 16,9-2 0-16,0-2 0 15,7-5 0-15,22-9 0 16,9-12 0-16,8-16 0 16,12-4 0-16,4-13 0 15,1-27 0-15,-3-7 0 0,-9-11 0 16,-9-5 0-16,-10-4 0 16,-12-8 0-16,-11-1 0 15,-9 6 0-15,0 11 0 16,0 20 0-16,0 18 0 15,-5 13 0-15,-1 8 0 16,-3 4 0-16,-5 27 0 16,6 8 0-16,3 4 0 15,5 0 0-15,0-6 0 16,11-9 0-16,14-5 0 16,4-9 0-16,6-5 0 15,1-3 0-15,-3-2 0 16,-2-2 0-16,-6 4 0 0,-2 5 0 15,-8 0 0-15,-9 7 0 16,-6 4 0-16,0 9 0 16,-4 1 0-16,-11 4 0 15,-1 0 0-15,5-4 0 16,4-2 0-16,5-8 0 16,2-9 0-16,0-6 0 15,13-7 0-15,16 0 0 16,10-14 0-16,9-14 0 15,-1-4 0-15,0-4 0 16,-4-8 0-16,-3-9 0 16,-11-2 0-16,-12-4 0 0,-13 5 0 15,-4 12 0-15,0 14 0 16,-2 16 0-16,-9 10 0 16,-5 2 0-16,-3 16 0 15,-2 20 0-15,-1 8 0 16,5 6 0-16,3 1 0 15,7-1 0-15,7-5 0 16,0-4 0-16,0-10 0 16,18-8 0-16,9-15 0 15,9-8 0-15,8 0 0 16,10-16 0-16,8-12 0 16,5-6 0-16,-5-4 0 15,-8-7 0-15,-17-3 0 0,-12-2 0 16,-16 4 0-16,-9 8 0 15,0 12 0-15,-25 12 0 16,-8 8 0-16,2 6 0 16,-1 0 0-16,1 23 0 15,2 8 0-15,2 9 0 16,4 0 0-16,9 3 0 16,9-6 0-16,5-1 0 15,2-8 0-15,21-6 0 16,4-9 0-16,8-13 0 15,1 0 0-15,6-7 0 16,1-17 0-16,-3-6 0 0,-1-4 0 16,-7-2 0-1,-6-4 0-15,-9 0 0 0,-9 8 0 16,-8 6 0-16,0 12 0 16,0 11 0-16,0 3 0 15,-13 15 0-15,-7 21 0 16,-5 9 0-16,8 2 0 15,7-3 0-15,8-2 0 16,2-5 0-16,0-12 0 16,10-8 0-16,18-16 0 15,10-1 0-15,17-9 0 16,13-22 0-16,12-4 0 16,2-9 0-16,-4-5 0 15,-13-5 0-15,-21-4 0 16,-23-2 0-16,-21 6 0 0,0 10 0 15,-29 16 0 1,-7 15 0-16,-5 13 0 0,4 0 0 16,6 30 0-16,10 3 0 15,15 3 0-15,6-5 0 16,6-4 0-16,28-3 0 16,11-4 0-16,6-3 0 15,-2 2 0-15,0 0 0 16,-13-2 0-16,-12 3 0 15,-13 7 0-15,-11 2 0 16,-6 6 0-16,-34 2 0 16,-10 3 0-16,-3-3 0 0,9-11 0 15,12-10 0-15,18-16 0 16,14 0 0-16,0-14 0 16,36-20 0-16,18-2 0 15,10-2 0-15,6 1 0 16,3 4 0-16,5-2 0 15,0-1 0-15,-5 0 0 16,-17 0 0-16,-23-1 0 16,-23 2 0-16,-10 1 0 15,-10 5 0-15,-19 8 0 16,-2 11 0-16,2 10 0 16,3 0 0-16,2 11 0 0,3 19 0 15,8 8 0 1,6 5 0-16,7 3 0 15,0-4 0-15,9-4 0 0,16-8 0 16,9-6 0-16,3-8 0 16,7-10 0-16,8-6 0 15,2 0 0-15,0-7 0 16,5-20 0-16,1-4 0 16,-2-10 0-16,-2-5 0 15,-17-5 0-15,-14-2 0 16,-23 7 0-16,-2 8 0 15,-4 14 0-15,-21 11 0 16,-6 13 0-16,-6 9 0 0,-3 25 0 16,-3 11 0-1,12 10 0-15,5-1 0 0,12 0 0 16,9-6 0-16,5-10 0 16,0-12 0-16,27-12 0 15,11-11 0-15,6-3 0 16,10-15 0-16,4-15 0 15,2-10 0-15,-3-10 0 16,0-11 0-16,-11-10 0 16,-10-10 0-16,-14-5 0 15,-15 0 0-15,-7 4 0 16,0 11 0-16,-7 21 0 16,-1 20 0-16,-2 18 0 15,0 12 0-15,-1 19 0 0,-3 27 0 16,-4 20 0-16,2 14 0 15,3 6 0-15,-1 7 0 16,1 7 0-16,-7 0 0 16,-2-2 0-16,2-8 0 15,2-11 0-15,11-11 0 16,1-13 0-16,2-16 0 16,1-20-2-16,3-19-302 15</inkml:trace>
  <inkml:trace contextRef="#ctx0" brushRef="#br0" timeOffset="14579.17">18505 3092 2036 0,'0'0'7'0,"0"0"-6"0,0 0 0 0,0 0-1 16,0 0 2-16,0 0-2 15,58-9 0-15,-7 9 0 16,12-7 0-16,1-5 0 16,1 2 0-16,-15-2 0 15,-13 3-27-15</inkml:trace>
  <inkml:trace contextRef="#ctx0" brushRef="#br0" timeOffset="14752.9">18442 3287 2011 0,'0'0'25'0,"0"0"-22"16,0 0 0-16,0 0-1 15,131-13-1-15,-56-4-1 16,0-4 0-16,-2 4 0 16,-7 0 0-16,-14 3 0 15,-16 2-13-15</inkml:trace>
  <inkml:trace contextRef="#ctx0" brushRef="#br0" timeOffset="15164.13">19267 3110 1950 0,'0'0'75'0,"0"0"-66"16,0 0-2-16,0 0-4 15,0 0-2-15,-112-127-1 16,112 101 2-16,0 1-2 16,14-2 0-16,14 5 0 15,11 2 0-15,3 3 0 16,3 10 0-16,-3 7 0 0,-5 0 0 16,-10 6 0-1,-8 25 0-15,-13 6 0 0,-6 13 0 16,-4 8 0-16,-33 4 0 15,-9 5 0-15,-12-3 0 16,-4-2 0-16,3-10 0 16,13-11 0-16,19-14 0 15,16-12 0-15,11-9 0 16,0-6 0-16,20 0 0 16,20-4 0-16,16-14 0 15,8-6 0-15,-1-2 0 16,-3 1 0-16,-9 1 0 15,-9 1-2-15,-6-2-20 16</inkml:trace>
  <inkml:trace contextRef="#ctx0" brushRef="#br0" timeOffset="15532.06">19714 2932 1610 0,'0'0'401'0,"0"0"-378"15,0 0-16-15,0 0-4 16,0 0 0-16,0 0-3 15,-60-44 0-15,33 77 0 16,3 8 0-16,6 0 0 16,5 6 0-16,6-3 0 15,7-2 0-15,0-7 0 16,5-6 0-16,21-9 0 16,8-10 0-16,6-10 0 15,4 0 0-15,5-10 0 16,3-16 0-16,-10-10 0 15,-4-3 0-15,-18-10 0 0,-13-4 0 16,-7-1 0-16,0 7 0 16,-13 8 0-16,-8 17 0 15,-8 12 0-15,-8 10 0 16,-8 0 0-16,0 14 0 16,6 10 0-16,1 6 0 15,13 2 0-15,3 0 0 16,10-3 0-16,12-9-2 15,0-10-41-15</inkml:trace>
  <inkml:trace contextRef="#ctx0" brushRef="#br0" timeOffset="15795.24">20561 2704 2032 0,'0'0'8'0,"0"0"-5"0,0 0-1 16,0 0 0-16,0 0-2 16,0 0 0-16,-89 98 0 15,54-43 0-15,-6 7 0 16,-3 2 0-16,-4-1 0 0,2-5 0 16,6-6 0-16,7-8 0 15,6-10 0-15,11-11 0 16,10-11 0-16,6-12 0 15,0 0-2-15,0-21-943 16</inkml:trace>
  <inkml:trace contextRef="#ctx0" brushRef="#br0" timeOffset="15975.19">20084 2614 2038 0,'0'0'4'15,"0"0"-2"-15,0 0-1 0,0 0 1 16,0 0-2 0,0 0 0-16,23-23 0 0,-5 51 0 15,3 10 0-15,4 6 0 16,0 1-3-16</inkml:trace>
  <inkml:trace contextRef="#ctx0" brushRef="#br0" timeOffset="16162.83">20506 3360 2034 0,'0'0'8'16,"0"0"-6"-16,0 0-1 0,0 0-1 15,0 0 2-15,0 0-2 16,49-29 0-16,-34 21-2 15,-6-2-4-15</inkml:trace>
  <inkml:trace contextRef="#ctx0" brushRef="#br0" timeOffset="16708.63">21208 3360 2032 0,'0'0'8'0,"0"0"-6"0,0 0-1 16,0 0 0-16,-7 142 0 15,-20-56 1-15,-6-3-2 0,2-8 0 16,2-5 0 0,4-6 0-16,2-4 0 0,3-10 0 15,1-12-3-15</inkml:trace>
  <inkml:trace contextRef="#ctx0" brushRef="#br0" timeOffset="18263.07">22085 2832 2028 0,'0'0'9'0,"0"0"-5"0,0 0-2 15,0 0 0-15,0 0-2 16,0 0 0-16,-25 101 2 16,19-35-2-16,-3 6 0 0,5-3 0 15,2-7 0-15,2-5 0 16,0-7 0-16,0-5 0 16,0-7 0-16,0-3 0 15,0-14 0-15,0-12-5 16</inkml:trace>
  <inkml:trace contextRef="#ctx0" brushRef="#br0" timeOffset="18666.98">22313 3048 1894 0,'0'0'140'0,"0"0"-135"0,0 0-2 15,0 0-2-15,0 0 0 16,0 0-1-16,8 12 1 15,1 32-1-15,-2 2 0 16,2 2 2-16,0-2-2 16,-7-3 0-16,-2-3 0 15,0-7 0-15,0-8 0 16,0-9 0-16,0-15 0 16,0-1 0-16,0-6 0 15,0-21 0-15,0-10 0 16,0-8 0-16,16-4 0 15,8 1 0-15,5 2 0 16,4 6 0-16,4 12 0 0,-6 9 0 16,-2 12 0-1,-6 7 0-15,-2 0 0 0,-6 10 0 16,-3 13 0-16,-8 13 0 16,-4-1 0-16,0 5 0 15,0-2 0-15,-4 3 0 16,-10-5 0-16,1-3 0 15,4-8 0-15,2-10-4 16</inkml:trace>
  <inkml:trace contextRef="#ctx0" brushRef="#br0" timeOffset="19162.54">22899 2938 2021 0,'0'0'14'0,"0"0"-9"0,0 0-2 0,0 0-1 16,0 0-2-16,0 0 0 16,-45 72 0-16,32-20 2 15,1 2-2-15,3 0 0 16,6-3 0-16,3-6 0 16,0-9 0-16,14-7 0 15,13-15 0-15,8-11 0 16,4-3 0-16,1-7 0 15,2-21 0-15,-4-9 0 16,-2-7 0-16,-7-6 0 16,-7-9 0-16,-11-2 0 0,-6 2 0 15,-5 9 0-15,0 16 0 16,-11 18 0-16,-5 14 0 16,1 2 0-16,-1 2 0 15,5 16 0-15,7 2 0 16,4-2 0-16,0-4 0 15,19-4 0-15,15-1 0 16,8-3 0-16,0 3 0 16,-2 4 0-16,-7 3 0 15,-10 8 0-15,-9 2 0 16,-12 7 0-16,-2-2 0 16,-2 1 0-16,-19-4 0 0,-1-2 0 15,5-5 0-15,3-8 0 16,5-3-2-16,9-10-3 15,0 0-708-15</inkml:trace>
  <inkml:trace contextRef="#ctx0" brushRef="#br0" timeOffset="19558.09">23483 2876 2002 0,'0'0'27'0,"0"0"-23"16,0 0-1-16,0 0 1 0,0 0-2 16,0 0-1-16,-25 94-1 15,40-82 0-15,7-6 1 16,8-5-1-16,1-1 0 16,4 0 0-16,-1-16 0 15,-3-5 0-15,-9-5 0 16,-7-5 0-16,-5-3 0 15,-10-2 1-15,0 6-1 16,-12 6 0-16,-12 12 0 16,-2 12 0-16,-6 0 0 15,-3 16 0-15,-4 16 0 16,4 7 2-16,6 6-2 16,7 3 0-16,10 2 0 15,10-3 0-15,2-6 0 0,0-4 0 16,23-9 0-1,8-10 0-15,9-8 0 0,7-9 0 16,6-1-3-16,3-2-52 16</inkml:trace>
  <inkml:trace contextRef="#ctx0" brushRef="#br0" timeOffset="20782.87">24050 2789 1875 0,'0'0'151'15,"0"0"-142"-15,0 0-4 16,0 0-2-16,0 0-2 16,0 0 0-16,-42-76-1 15,26 76 2-15,-3 12-2 0,-6 8 0 16,3-2 0-16,3 0 0 16,9-5 0-16,5-6 0 15,3-3 0-15,2-2 0 16,0-2 0-16,0 0 0 15,0 0 0-15,0 0 0 16,2 0 0-16,11 0 0 16,1 0 0-16,-3 0 0 15,-5 0 0-15,2 0 0 0,-6 0 0 16,0 0 0 0,-2 0 0-16,2 0 0 0,0 0-2 15,-2 2 2-15,0 2-1 16,0 4 1-16,0 4 0 15,0 6 0-15,-18 4 0 16,-3 4 0-16,-2 4 0 16,0 0 0-16,8-1 1 15,4-1-1-15,6 0 0 16,5-2 0-16,0 0 0 16,0-3 0-16,11-6 0 15,7-3 0-15,5-8 0 16,2-4 0-16,0-2 0 15,2 0 2-15,0-18-2 16,-2-8 0-16,-5-9 0 0,-5 0 0 16,-4-7 0-1,-8-3 0-15,-3 4 0 0,0 1 0 16,0 9 0-16,0 9 0 16,0 10 0-16,0 6 0 15,0 6 0-15,0 0 0 16,0 14 0-16,0 18 0 15,0 8 0-15,0 4 0 16,-5-2 0-16,3-5 0 16,2-3 0-16,0-11 0 15,0-2 0-15,10-11 0 16,11-6 0-16,8-4 0 16,10-4 0-16,5-21 0 15,2-4 0-15,6-9 0 0,-5-9 0 16,-7-7 0-16,-9-9 0 15,-13-2 0-15,-9 1 0 16,-9 10 0-16,0 15 0 16,0 22 0-16,-18 17 0 15,-7 0 0-15,1 17 0 16,-3 17 0-16,7 4 0 16,7 4 0-16,11-7 0 15,2-6 0-15,6-2 0 16,23-5 0-16,7-6 0 15,1-1 0-15,-1-2 0 16,-3-1 0-16,-10 2 0 16,-9 0 0-16,-12 3 0 0,-2 2 0 15,-4 6 0-15,-23-1 0 16,-12 2 0-16,4-6 0 16,6-7 0-16,11-4 0 15,12-9 0-15,6 0 0 16,0 0 0-16,17-18 0 15,16-8 0-15,10-6 0 16,1-7 0-16,-4-2 0 16,1-6 0-16,-9 0 0 15,-6-2 0-15,-6 5 0 16,-12 3 0-16,-8 12 0 16,0 5 0-16,0 10 0 0,-11 8 0 15,-4 6 0-15,-7 0 0 16,-5 14 0-16,2 22 0 15,0 8 0-15,10 2 0 16,13 0 0-16,2-2 0 16,0-6 0-16,20-4 0 15,6-10 0-15,6-5 0 16,-3-7 0-16,2-6 0 16,-6-6 0-16,-3 0 0 15,-7 0 0-15,-3 0 0 16,-8-12 0-16,-4-7-3 15,0 5-24-15</inkml:trace>
  <inkml:trace contextRef="#ctx0" brushRef="#br0" timeOffset="21546">22796 3944 2026 0,'0'0'12'0,"0"0"-8"16,0 0-2-16,0 0-1 16,-129 44-1-16,93 0 2 15,-22 51-2 1,41-51 0-16,9-2 0 15,8-7 0-15,0-4 0 0,27-12 0 16,11-8 0 0,7-11 0-16,3 0 0 0,-3-13 0 15,-3-18 0-15,-8-9 0 16,-10-6 0-16,-10-5 0 16,-9-4 0-16,-5 2 0 15,0 7 0-15,-5 12 0 16,-9 14 0-16,8 10 0 15,4 9 0-15,2 1 0 16,0 0 0-16,2 4 0 16,25 11 0-16,13 3 0 15,9 0 0-15,6 0 0 16,1 7 0-16,-7-2 0 16,-11 7 0-16,-11 2 0 0,-16 0 0 15,-11 3 0-15,0-5 0 16,-6-2 0-16,-10-4 0 15,-2-8 0-15,0-10 0 16,5-6 0-16,6-2 0 16,7-30 0-16,0-12 0 15,2-13 0-15,23-11 0 16,4-8 0-16,7 2 0 16,1 6 0-16,3 10 0 15,-1 13 0-15,-2 15 0 16,-10 12 0-16,-5 16 0 15,-4 2 0-15,-12 6-3 16,-6 22-114-16</inkml:trace>
  <inkml:trace contextRef="#ctx0" brushRef="#br0" timeOffset="21876.84">22234 4818 2023 0,'0'0'16'0,"0"0"-13"0,0 0-1 0,0 0-1 16,0 0 1-16,0 0-2 15,16 56 0-15,-11 2 0 16,-5 8 0-16,0 7 0 16,0 1 0-16,0-6 0 15,0-5 0-15,0-11 0 16,0-10 0-16,0-12 0 16,0-14 0-16,2-12 0 15,4-4-4-15</inkml:trace>
  <inkml:trace contextRef="#ctx0" brushRef="#br0" timeOffset="22162.13">22176 4838 2037 0,'0'0'5'16,"0"0"-3"-16,0 0-1 16,0 0 1-16,0 0-2 15,0 0 0-15,137 7 0 16,-64 16 0-16,5 10 0 15,-2 13 0-15,-16 8 0 16,-20 10 0-16,-24 0 0 16,-16 0 0-16,-21-5 0 15,-27-9 0-15,-14-6 0 16,-6-8 0-16,-1-9 0 16,7-10 0-16,10-9 0 0,10-8 0 15,15 0 0-15,14-17 0 16,13-14 0-16,0-9-2 15,34-4-115-15</inkml:trace>
  <inkml:trace contextRef="#ctx0" brushRef="#br0" timeOffset="22544.81">22769 4971 2038 0,'0'0'5'16,"0"0"-5"-16,0 0 1 15,0 0 0-15,0 0 1 16,0 0-2-16,-26 42 0 0,26-34 0 16,15-8 0-1,23 0 0-15,9 0 0 0,3-23 0 16,-2-4 0-16,-11-2 0 16,-12 1 0-16,-18 0 0 15,-7 5 0-15,-7 5 0 16,-28 5 0-16,-9 9 0 15,-2 4 0-15,2 3 0 16,1 19 0-16,8 10 0 16,1 8 0-16,10 6 0 15,9 2 0-15,7 2 0 16,8-4 0-16,0-8 0 16,16-6 0-16,22-10 0 0,11-12 0 15,9-10 0-15,5 0 0 16,-1-24 0-16,-4-14-2 15,-5-10-16-15,-6-4-153 16</inkml:trace>
  <inkml:trace contextRef="#ctx0" brushRef="#br0" timeOffset="23219.98">23188 4882 1884 0,'0'0'103'15,"2"-104"-74"-15,-2 70-11 16,-6 16-10-16,-10 16-6 16,-2 2-1-16,-4 20 1 15,-5 16-2-15,0 8 0 16,8 3 0-16,0 0 0 15,11 2 0-15,6-5 0 16,2-7 0-16,0-1 0 16,26-15 0-16,12-13 0 0,7-8 0 15,10-6 0-15,3-26 0 16,5-9 0-16,-3-9 0 16,-7-9 0-16,-15-3 0 15,-15-7 0-15,-17 9 0 16,-6 6 0-16,0 12 0 15,-18 18 0-15,-4 12 0 16,-2 12 0-16,-1 0 0 16,5 18 0-16,2 15 0 15,12 2 0-15,6-1 0 0,2-5 0 16,33-8 0 0,10-5 0-16,6-6 0 0,1-2 0 15,-8 0 0-15,-9 2 0 16,-10 2 0-16,-16 6 0 15,-9 5 0-15,0 3 0 16,-15 0 0-16,-10-1 0 16,4-2 0-16,9-9 0 15,7-8 0-15,5-6 0 16,5 0 0-16,28-13 0 16,7-14 0-16,5-7 0 15,3-4 0-15,5-6 0 16,2-5 0-16,-11-5 0 15,-15 2 0-15,-17 2 0 16,-12 14 0-16,0 9 0 0,-16 15 0 16,-5 12 0-1,2 0 0-15,0 6 0 0,-1 25 0 16,3 7 0-16,-4 4 0 16,6 2 0-16,1-5 0 15,6 1 0-15,3-7 0 16,5-3 0-16,0-5 0 15,5-7 0-15,20-11 0 16,8-7 0-16,9 0 0 16,3-10 0-16,1-13 0 15,1-5-4-15,2-9-23 16,7-7-445-16</inkml:trace>
  <inkml:trace contextRef="#ctx0" brushRef="#br0" timeOffset="24074.11">24308 4523 1967 0,'0'0'49'0,"0"0"-30"0,0 0-11 15,0 0-6-15,0 0 0 16,0 0-2-16,-93-75 0 16,64 103 0-16,-2 7 0 15,3 8 0-15,3 1 0 16,4 2 0-16,9-4 0 16,2-4 0-16,10-5 0 15,0-14 0-15,7-4 0 16,21-12 0-16,11-3 0 15,0 0 0-15,6-24 0 16,-2-8 0-16,-5-6 0 16,-9-3 0-16,-13-4 0 0,-8 1 0 15,-8 9 0-15,0 14 0 16,0 9 0-16,-14 12 0 16,-3 0 0-16,-3 4 0 15,-1 19 0-15,2 9 0 16,-2 5 0-16,11-1 0 15,8-4 0-15,2-4 0 16,0-8 0-16,21-8 0 16,20-10 0-16,10-2 0 15,7-6 0-15,0-22 0 16,0-6 0-16,-9-6 0 16,-9-4 0-16,-11-6 0 0,-16-3 0 15,-13-3 0-15,0 4 0 16,-11 10 0-16,-14 11 0 15,-2 20 0-15,1 11 0 16,-2 0 0-16,1 28 0 16,4 8 0-16,12 1 0 15,11-2 0-15,0-4 0 16,29-3 0-16,11-6 0 16,9 0 0-16,2 0 0 15,-9 2 0-15,-13 2 0 16,-15 2 0-16,-14 0 0 15,-12 6 0-15,-32 0 0 16,-14 1 0-16,2-6 0 0,8-6 0 16,17-10 0-16,15-9 0 15,16-4 0-15,0 0 0 16,40-26 0-16,15-11 0 16,15-10 0-16,-5-4 0 15,-5-6 0-15,-12-3 0 16,-7-3 0-16,-13 1 0 15,-8 4 0-15,-11 6 0 16,-9 8 0-16,0 12 0 16,0 14 0-16,-15 14 0 15,-3 4 0-15,-2 12 0 16,-4 22 0-16,-1 12 0 0,5 4 0 16,7 2 0-1,6 1 0-15,7-2 0 0,0-4 0 16,0-3 0-1,0-6 0-15,11-8 0 0,-2-4 0 16,-4-7 0-16,-1-4 0 16,-4-9 0-16,2-6-3 15</inkml:trace>
  <inkml:trace contextRef="#ctx0" brushRef="#br0" timeOffset="25401.99">24482 5534 2027 0,'0'0'12'0,"0"0"-9"16,0 0-1-16,-93-128-1 15,68 92 1-15,6 0-2 16,11 0 0-16,8-6 0 16,8-5 0-16,34 4 0 15,16 3 0-15,8 9 0 16,-1 15 0-16,-9 12 0 15,-12 4 0-15,-11 17 0 16,-12 27 0-16,-13 15 0 16,-8 10 0-16,-7 5 0 15,-23-1 0-15,-6-2 0 0,-5-3 0 16,4-1 0-16,1-3 0 16,3-3 0-16,2-2 0 15,4-3 0-15,5-8 0 16,0-8 0-16,1-4-30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58301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ceeb753a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ceeb753a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855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794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7214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1822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050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8171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0593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4076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684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36900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9679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0777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2ceeb753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22ceeb753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2ceeb753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22ceeb753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2ceeb753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22ceeb753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2ceeb753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22ceeb753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2" name="Google Shape;22;p19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2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6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7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2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9" name="Google Shape;9;p1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8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429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876935" y="3239637"/>
            <a:ext cx="7543800" cy="108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 dirty="0">
                <a:solidFill>
                  <a:schemeClr val="dk1"/>
                </a:solidFill>
              </a:rPr>
              <a:t>Percentage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89965" y="2440940"/>
            <a:ext cx="7164705" cy="79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Lecture: 5</a:t>
            </a:r>
            <a:endParaRPr sz="4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22960" y="796174"/>
            <a:ext cx="7543800" cy="92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Contains: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 of percentage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Comparison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to Fraction conversion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based on marks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126195" y="252802"/>
            <a:ext cx="8673600" cy="5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Percentage: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Per means divided and cent means 100.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convert any value on the base of hundred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percentage to fraction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convert percentage to fraction, divide that percent value by 100.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50% = 50/100 = ½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25% = 25/100 = ¼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fraction to percentage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convert fraction to percentage multiply the fraction by 100.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e.g. 3/8 = (3/8)*100 = 37.5 %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 descr="Tab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910" y="942108"/>
            <a:ext cx="8715375" cy="5327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220861" y="117082"/>
            <a:ext cx="8702400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55.55 % of 45.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45.45 % of 44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822960" y="526415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IN" sz="3600">
                <a:latin typeface="Times New Roman"/>
                <a:ea typeface="Times New Roman"/>
                <a:cs typeface="Times New Roman"/>
                <a:sym typeface="Times New Roman"/>
              </a:rPr>
              <a:t>Conversion Percentage to Fraction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1"/>
          </p:nvPr>
        </p:nvSpPr>
        <p:spPr>
          <a:xfrm>
            <a:off x="822960" y="1543685"/>
            <a:ext cx="7543800" cy="456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Convert 62.5%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2. Convert  28.56 %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2ceeb753a_1_108"/>
          <p:cNvSpPr txBox="1">
            <a:spLocks noGrp="1"/>
          </p:cNvSpPr>
          <p:nvPr>
            <p:ph type="body" idx="1"/>
          </p:nvPr>
        </p:nvSpPr>
        <p:spPr>
          <a:xfrm>
            <a:off x="670550" y="1995668"/>
            <a:ext cx="7543800" cy="5383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3.Convert 130%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4. Convert 460%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5. Convert 133.33%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Q. If 16% of 40% of a number is 8, then find the number.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135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Q. What percentage of 2/7 is 1/35 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Q. 16.66% of 300.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18.88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/>
        </p:nvSpPr>
        <p:spPr>
          <a:xfrm>
            <a:off x="215503" y="183758"/>
            <a:ext cx="87129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% of Y = Y% of X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45% of 133.33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: 45% of 133.33 = 133.33 % of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= (100+33.33)% of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= (1+1/3) *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= 4/3 *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= 60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250834" y="492556"/>
            <a:ext cx="8819100" cy="51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Comparison</a:t>
            </a:r>
            <a:b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is what percentage of 60?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is how much percentage greater than 40?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is how much percentage lesser than 60?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10032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C5FA2D-8060-4FE6-B2B7-B11BEAC7690A}"/>
                  </a:ext>
                </a:extLst>
              </p14:cNvPr>
              <p14:cNvContentPartPr/>
              <p14:nvPr/>
            </p14:nvContentPartPr>
            <p14:xfrm>
              <a:off x="1034640" y="1032840"/>
              <a:ext cx="6876360" cy="2428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C5FA2D-8060-4FE6-B2B7-B11BEAC769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5280" y="1023480"/>
                <a:ext cx="6895080" cy="24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1EBE78-2A9D-4EA3-8B71-9E430AED8553}"/>
                  </a:ext>
                </a:extLst>
              </p14:cNvPr>
              <p14:cNvContentPartPr/>
              <p14:nvPr/>
            </p14:nvContentPartPr>
            <p14:xfrm>
              <a:off x="2217960" y="1986480"/>
              <a:ext cx="5488200" cy="333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1EBE78-2A9D-4EA3-8B71-9E430AED85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8600" y="1977120"/>
                <a:ext cx="5506920" cy="33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6625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BB7AC0-D846-4C14-9C0F-ABD0EA8F0E2D}"/>
                  </a:ext>
                </a:extLst>
              </p14:cNvPr>
              <p14:cNvContentPartPr/>
              <p14:nvPr/>
            </p14:nvContentPartPr>
            <p14:xfrm>
              <a:off x="587160" y="403560"/>
              <a:ext cx="8000640" cy="222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BB7AC0-D846-4C14-9C0F-ABD0EA8F0E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800" y="394200"/>
                <a:ext cx="8019360" cy="22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DBEE3C-720E-46DB-AF87-43EFFAEEC87F}"/>
                  </a:ext>
                </a:extLst>
              </p14:cNvPr>
              <p14:cNvContentPartPr/>
              <p14:nvPr/>
            </p14:nvContentPartPr>
            <p14:xfrm>
              <a:off x="101160" y="366984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DBEE3C-720E-46DB-AF87-43EFFAEEC8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800" y="366048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602D73-BE4F-42C0-8DFF-6D7119C41909}"/>
                  </a:ext>
                </a:extLst>
              </p14:cNvPr>
              <p14:cNvContentPartPr/>
              <p14:nvPr/>
            </p14:nvContentPartPr>
            <p14:xfrm>
              <a:off x="-2374305" y="381330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602D73-BE4F-42C0-8DFF-6D7119C419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2383305" y="38046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85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A39894-C375-4576-85E5-04986A3C55CE}"/>
                  </a:ext>
                </a:extLst>
              </p14:cNvPr>
              <p14:cNvContentPartPr/>
              <p14:nvPr/>
            </p14:nvContentPartPr>
            <p14:xfrm>
              <a:off x="426240" y="919440"/>
              <a:ext cx="8535240" cy="1234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A39894-C375-4576-85E5-04986A3C55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880" y="910080"/>
                <a:ext cx="8553960" cy="12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421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60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697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97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583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633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408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88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328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156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/>
        </p:nvSpPr>
        <p:spPr>
          <a:xfrm>
            <a:off x="295918" y="633767"/>
            <a:ext cx="8445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A’s salary is 20 % more than B, then by how much Percentage B’s salary is less than 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16.66%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553650" y="905482"/>
            <a:ext cx="84267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A’s marks in an exam is 40 % less than B then by how much % B’s marks are more than 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66.66 %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/>
        </p:nvSpPr>
        <p:spPr>
          <a:xfrm>
            <a:off x="230386" y="970365"/>
            <a:ext cx="86832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16(2/3) % of a number is added to itself the number becomes 700. Find original number.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147294" y="916442"/>
            <a:ext cx="8542422" cy="431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A student multiplied a number by 3/5 instead of  5/3 What is the percentage error in the calculation?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44%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64%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40%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60%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title"/>
          </p:nvPr>
        </p:nvSpPr>
        <p:spPr>
          <a:xfrm>
            <a:off x="297216" y="727582"/>
            <a:ext cx="8460607" cy="393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The number was being multiplied by 5/6. By mistake it is divided by 5/6. Find percentage error in result.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(a) 44%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(b) 64%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(c) 40%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(d) 60%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2ceeb753a_1_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"/>
              <a:buNone/>
            </a:pPr>
            <a:r>
              <a:rPr lang="en-IN">
                <a:latin typeface="Times"/>
                <a:ea typeface="Times"/>
                <a:cs typeface="Times"/>
                <a:sym typeface="Times"/>
              </a:rPr>
              <a:t>Problem based on Marks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2ceeb753a_1_4"/>
          <p:cNvSpPr txBox="1"/>
          <p:nvPr/>
        </p:nvSpPr>
        <p:spPr>
          <a:xfrm>
            <a:off x="107145" y="831382"/>
            <a:ext cx="88731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A student scored 140 Marks and still failed by 35 marks. If the passing criteria of that exam is 35%. Then find the maximum marks of that exam.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2ceeb753a_1_8"/>
          <p:cNvSpPr txBox="1"/>
          <p:nvPr/>
        </p:nvSpPr>
        <p:spPr>
          <a:xfrm>
            <a:off x="116769" y="977219"/>
            <a:ext cx="88539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A student scored 25 % in an examination and still failed by 30 marks while another candidate scored 50% marks and get 20 marks more than the passing marks. Then find the  passing percentage.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ceeb753a_1_12"/>
          <p:cNvSpPr txBox="1"/>
          <p:nvPr/>
        </p:nvSpPr>
        <p:spPr>
          <a:xfrm>
            <a:off x="0" y="849065"/>
            <a:ext cx="88167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In an Exam, 52% candidates failed in English, 42% in mathematics and 17% in both. What was the number of percentage of passed students in both subjects?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23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77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6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94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7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969" y="616014"/>
            <a:ext cx="8259894" cy="5178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645</Words>
  <Application>Microsoft Office PowerPoint</Application>
  <PresentationFormat>On-screen Show (4:3)</PresentationFormat>
  <Paragraphs>134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Book Antiqua</vt:lpstr>
      <vt:lpstr>Calibri</vt:lpstr>
      <vt:lpstr>Times</vt:lpstr>
      <vt:lpstr>Times New Roman</vt:lpstr>
      <vt:lpstr>Retrospect</vt:lpstr>
      <vt:lpstr>Percentage</vt:lpstr>
      <vt:lpstr>Contains: </vt:lpstr>
      <vt:lpstr>PowerPoint Presentation</vt:lpstr>
      <vt:lpstr>PowerPoint Presentation</vt:lpstr>
      <vt:lpstr>PowerPoint Presentation</vt:lpstr>
      <vt:lpstr>Conversion Percentage to Fraction</vt:lpstr>
      <vt:lpstr>PowerPoint Presentation</vt:lpstr>
      <vt:lpstr>Q. If 16% of 40% of a number is 8, then find the number.</vt:lpstr>
      <vt:lpstr>Q. What percentage of 2/7 is 1/35 ?</vt:lpstr>
      <vt:lpstr>Q. 16.66% of 300.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A student multiplied a number by 3/5 instead of  5/3 What is the percentage error in the calculation?  (a) 44% (b) 64% (c) 40% (d) 60% </vt:lpstr>
      <vt:lpstr>Question: The number was being multiplied by 5/6. By mistake it is divided by 5/6. Find percentage error in result. (a) 44% (b) 64% (c) 40% (d) 60% </vt:lpstr>
      <vt:lpstr>Problem based on Marks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</dc:title>
  <dc:creator>md asif</dc:creator>
  <cp:lastModifiedBy>Amit Singh</cp:lastModifiedBy>
  <cp:revision>6</cp:revision>
  <dcterms:created xsi:type="dcterms:W3CDTF">2025-01-04T04:41:51Z</dcterms:created>
  <dcterms:modified xsi:type="dcterms:W3CDTF">2025-02-15T06:20:15Z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050094CC0F2DEE05B1BB7767404A8341_42</vt:lpwstr>
  </property>
  <property fmtid="{D5CDD505-2E9C-101B-9397-08002B2CF9AE}" pid="3" name="KSOProductBuildVer">
    <vt:lpwstr>1033-6.10.1.8197</vt:lpwstr>
  </property>
</Properties>
</file>