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" name="Freeform 3"/>
          <p:cNvSpPr/>
          <p:nvPr/>
        </p:nvSpPr>
        <p:spPr>
          <a:xfrm>
            <a:off x="7889867" y="1028700"/>
            <a:ext cx="2508266" cy="168994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" name="TextBox 4"/>
          <p:cNvSpPr txBox="1"/>
          <p:nvPr/>
        </p:nvSpPr>
        <p:spPr>
          <a:xfrm>
            <a:off x="1804358" y="4558708"/>
            <a:ext cx="14679284" cy="1994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300"/>
              </a:lnSpc>
              <a:defRPr sz="11600">
                <a:solidFill>
                  <a:srgbClr val="0D0F68"/>
                </a:solidFill>
                <a:latin typeface="Yeseva One Bold"/>
                <a:ea typeface="Yeseva One Bold"/>
                <a:cs typeface="Yeseva One Bold"/>
                <a:sym typeface="Yeseva One Bold"/>
              </a:defRPr>
            </a:lvl1pPr>
          </a:lstStyle>
          <a:p>
            <a:r>
              <a:t>KVM install</a:t>
            </a:r>
          </a:p>
        </p:txBody>
      </p:sp>
      <p:sp>
        <p:nvSpPr>
          <p:cNvPr id="97" name="TextBox 6"/>
          <p:cNvSpPr txBox="1"/>
          <p:nvPr/>
        </p:nvSpPr>
        <p:spPr>
          <a:xfrm>
            <a:off x="3303711" y="2965393"/>
            <a:ext cx="11680580" cy="51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300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defRPr>
            </a:lvl1pPr>
          </a:lstStyle>
          <a:p>
            <a:r>
              <a:t>INT-362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Navigate to the VM Settings - Hardware page for the VM you would like to edit.…"/>
          <p:cNvSpPr txBox="1"/>
          <p:nvPr/>
        </p:nvSpPr>
        <p:spPr>
          <a:xfrm>
            <a:off x="695691" y="3534197"/>
            <a:ext cx="17146042" cy="3218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457200" indent="-317500" defTabSz="457200">
              <a:lnSpc>
                <a:spcPts val="8400"/>
              </a:lnSpc>
              <a:buClr>
                <a:srgbClr val="444444"/>
              </a:buClr>
              <a:buSzPct val="100000"/>
              <a:buFont typeface="Arial"/>
              <a:buAutoNum type="arabicPeriod"/>
              <a:defRPr sz="5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Navigate to the </a:t>
            </a:r>
            <a:r>
              <a:rPr b="1"/>
              <a:t>VM Settings - Hardware</a:t>
            </a:r>
            <a:r>
              <a:t> page for the VM you would like to edit.</a:t>
            </a:r>
          </a:p>
          <a:p>
            <a:pPr marL="457200" indent="-317500" defTabSz="457200">
              <a:lnSpc>
                <a:spcPts val="8400"/>
              </a:lnSpc>
              <a:buClr>
                <a:srgbClr val="444444"/>
              </a:buClr>
              <a:buSzPct val="100000"/>
              <a:buFont typeface="Arial"/>
              <a:buAutoNum type="arabicPeriod"/>
              <a:defRPr sz="5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Click </a:t>
            </a:r>
            <a:r>
              <a:rPr b="1"/>
              <a:t>Edit</a:t>
            </a:r>
            <a:r>
              <a:t> in the </a:t>
            </a:r>
            <a:r>
              <a:rPr b="1"/>
              <a:t>Guest OS</a:t>
            </a:r>
            <a:r>
              <a:t> settings section.</a:t>
            </a:r>
          </a:p>
          <a:p>
            <a:pPr marL="457200" indent="-317500" defTabSz="457200">
              <a:lnSpc>
                <a:spcPts val="8400"/>
              </a:lnSpc>
              <a:buClr>
                <a:srgbClr val="444444"/>
              </a:buClr>
              <a:buSzPct val="100000"/>
              <a:buFont typeface="Arial"/>
              <a:buAutoNum type="arabicPeriod"/>
              <a:defRPr sz="54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Click the checkbox for </a:t>
            </a:r>
            <a:r>
              <a:t>Enable nested virtualization.</a:t>
            </a:r>
          </a:p>
        </p:txBody>
      </p:sp>
      <p:sp>
        <p:nvSpPr>
          <p:cNvPr id="101" name="Set up nested virtualization in VMWare Workstation"/>
          <p:cNvSpPr txBox="1"/>
          <p:nvPr/>
        </p:nvSpPr>
        <p:spPr>
          <a:xfrm>
            <a:off x="996804" y="1736014"/>
            <a:ext cx="15142925" cy="187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lnSpc>
                <a:spcPts val="8500"/>
              </a:lnSpc>
              <a:spcBef>
                <a:spcPts val="1000"/>
              </a:spcBef>
              <a:defRPr sz="4800" b="1">
                <a:solidFill>
                  <a:srgbClr val="3232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Set up nested virtualization in VMWare Workstation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et up nested virtualization in VMWare Workstation"/>
          <p:cNvSpPr txBox="1"/>
          <p:nvPr/>
        </p:nvSpPr>
        <p:spPr>
          <a:xfrm>
            <a:off x="502006" y="416424"/>
            <a:ext cx="14973559" cy="769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lnSpc>
                <a:spcPts val="8500"/>
              </a:lnSpc>
              <a:spcBef>
                <a:spcPts val="1000"/>
              </a:spcBef>
              <a:defRPr sz="4800" b="1">
                <a:solidFill>
                  <a:srgbClr val="3232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Set up nested virtualization in VMWare Workstation</a:t>
            </a:r>
          </a:p>
        </p:txBody>
      </p:sp>
      <p:pic>
        <p:nvPicPr>
          <p:cNvPr id="104" name="Screenshot 2024-03-28 at 2.44.16 PM.png" descr="Screenshot 2024-03-28 at 2.44.16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958" y="1560014"/>
            <a:ext cx="15490084" cy="86338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creenshot 2024-03-28 at 12.15.09 PM.png" descr="Screenshot 2024-03-28 at 12.15.09 PM.png"/>
          <p:cNvPicPr>
            <a:picLocks noChangeAspect="1"/>
          </p:cNvPicPr>
          <p:nvPr/>
        </p:nvPicPr>
        <p:blipFill>
          <a:blip r:embed="rId2"/>
          <a:srcRect r="20595"/>
          <a:stretch>
            <a:fillRect/>
          </a:stretch>
        </p:blipFill>
        <p:spPr>
          <a:xfrm>
            <a:off x="1040138" y="3107817"/>
            <a:ext cx="9597040" cy="6819797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How to disable Hyper-V in Windows 11 using Control Panel…"/>
          <p:cNvSpPr txBox="1"/>
          <p:nvPr/>
        </p:nvSpPr>
        <p:spPr>
          <a:xfrm>
            <a:off x="464481" y="333799"/>
            <a:ext cx="15707397" cy="24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lnSpc>
                <a:spcPts val="9600"/>
              </a:lnSpc>
              <a:spcBef>
                <a:spcPts val="1300"/>
              </a:spcBef>
              <a:defRPr sz="4380" b="1">
                <a:solidFill>
                  <a:srgbClr val="333333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How to disable Hyper-V in Windows 11 using Control Panel</a:t>
            </a:r>
          </a:p>
          <a:p>
            <a:pPr defTabSz="457200">
              <a:lnSpc>
                <a:spcPts val="6000"/>
              </a:lnSpc>
              <a:spcBef>
                <a:spcPts val="2400"/>
              </a:spcBef>
              <a:defRPr sz="2160">
                <a:solidFill>
                  <a:srgbClr val="18181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The simplest way to turn off Hyper-V on your PC involves navigating through Windows Features in the Control Panel.</a:t>
            </a:r>
          </a:p>
          <a:p>
            <a:pPr marL="457200" indent="-317500" defTabSz="457200">
              <a:lnSpc>
                <a:spcPts val="4800"/>
              </a:lnSpc>
              <a:spcBef>
                <a:spcPts val="1200"/>
              </a:spcBef>
              <a:buClr>
                <a:srgbClr val="181818"/>
              </a:buClr>
              <a:buSzPct val="100000"/>
              <a:buFont typeface="Helvetica"/>
              <a:buAutoNum type="arabicPeriod"/>
              <a:defRPr sz="2150">
                <a:solidFill>
                  <a:srgbClr val="18181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Type "</a:t>
            </a:r>
            <a:r>
              <a:rPr b="1"/>
              <a:t>Control panel</a:t>
            </a:r>
            <a:r>
              <a:t>" into the </a:t>
            </a:r>
            <a:r>
              <a:rPr b="1"/>
              <a:t>Search Bar</a:t>
            </a:r>
            <a:r>
              <a:t> and click on the </a:t>
            </a:r>
            <a:r>
              <a:rPr b="1"/>
              <a:t>Control Panel</a:t>
            </a:r>
            <a:r>
              <a:t> suggestion.</a:t>
            </a:r>
          </a:p>
          <a:p>
            <a:pPr marL="457200" indent="-317500" defTabSz="457200">
              <a:lnSpc>
                <a:spcPts val="4800"/>
              </a:lnSpc>
              <a:spcBef>
                <a:spcPts val="1200"/>
              </a:spcBef>
              <a:buClr>
                <a:srgbClr val="181818"/>
              </a:buClr>
              <a:buSzPct val="100000"/>
              <a:buFont typeface="Helvetica"/>
              <a:buAutoNum type="arabicPeriod"/>
              <a:defRPr sz="2150">
                <a:solidFill>
                  <a:srgbClr val="18181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Click on </a:t>
            </a:r>
            <a:r>
              <a:rPr b="1"/>
              <a:t>Programs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Screenshot 2024-03-28 at 12.16.14 PM.png" descr="Screenshot 2024-03-28 at 12.16.14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13" y="2636281"/>
            <a:ext cx="12433301" cy="5829301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Text"/>
          <p:cNvSpPr txBox="1"/>
          <p:nvPr/>
        </p:nvSpPr>
        <p:spPr>
          <a:xfrm>
            <a:off x="899029" y="564093"/>
            <a:ext cx="12700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>
                <a:solidFill>
                  <a:srgbClr val="181818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11" name="Select Turn Windows features on or off"/>
          <p:cNvSpPr txBox="1"/>
          <p:nvPr/>
        </p:nvSpPr>
        <p:spPr>
          <a:xfrm>
            <a:off x="721652" y="946823"/>
            <a:ext cx="7087157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400" b="1"/>
            </a:lvl1pPr>
          </a:lstStyle>
          <a:p>
            <a:r>
              <a:t>Select Turn Windows features on or off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reeform 2"/>
          <p:cNvSpPr/>
          <p:nvPr/>
        </p:nvSpPr>
        <p:spPr>
          <a:xfrm>
            <a:off x="270933" y="0"/>
            <a:ext cx="18288001" cy="10287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marL="457200" indent="-317500" defTabSz="457200">
              <a:lnSpc>
                <a:spcPts val="4900"/>
              </a:lnSpc>
              <a:spcBef>
                <a:spcPts val="1200"/>
              </a:spcBef>
              <a:buClr>
                <a:srgbClr val="181818"/>
              </a:buClr>
              <a:buSzPct val="100000"/>
              <a:buFont typeface="Helvetica"/>
              <a:buAutoNum type="arabicPeriod"/>
              <a:defRPr sz="2250">
                <a:solidFill>
                  <a:srgbClr val="18181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Scroll down until you spot </a:t>
            </a:r>
            <a:r>
              <a:rPr b="1"/>
              <a:t>Hyper-V</a:t>
            </a:r>
            <a:r>
              <a:t> in the </a:t>
            </a:r>
            <a:r>
              <a:rPr b="1"/>
              <a:t>Windows Features</a:t>
            </a:r>
            <a:r>
              <a:t> window and click on the checkmark next to it to disable Hyper-V.</a:t>
            </a:r>
          </a:p>
        </p:txBody>
      </p:sp>
      <p:sp>
        <p:nvSpPr>
          <p:cNvPr id="114" name="TextBox 5"/>
          <p:cNvSpPr txBox="1"/>
          <p:nvPr/>
        </p:nvSpPr>
        <p:spPr>
          <a:xfrm>
            <a:off x="3303711" y="6900285"/>
            <a:ext cx="11680580" cy="880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200"/>
              </a:lnSpc>
              <a:defRPr sz="510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defRPr>
            </a:lvl1pPr>
          </a:lstStyle>
          <a:p>
            <a:r>
              <a:t>Adding hosts</a:t>
            </a:r>
          </a:p>
        </p:txBody>
      </p:sp>
      <p:sp>
        <p:nvSpPr>
          <p:cNvPr id="115" name="TextBox 6"/>
          <p:cNvSpPr txBox="1"/>
          <p:nvPr/>
        </p:nvSpPr>
        <p:spPr>
          <a:xfrm>
            <a:off x="3303711" y="2965393"/>
            <a:ext cx="11680580" cy="51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300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defRPr>
            </a:lvl1pPr>
          </a:lstStyle>
          <a:p>
            <a:r>
              <a:t>INT-362</a:t>
            </a:r>
          </a:p>
        </p:txBody>
      </p:sp>
      <p:sp>
        <p:nvSpPr>
          <p:cNvPr id="116" name="Text"/>
          <p:cNvSpPr txBox="1"/>
          <p:nvPr/>
        </p:nvSpPr>
        <p:spPr>
          <a:xfrm>
            <a:off x="595444" y="736501"/>
            <a:ext cx="1085402" cy="4216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marL="457200" indent="-317500" defTabSz="457200">
              <a:lnSpc>
                <a:spcPts val="4900"/>
              </a:lnSpc>
              <a:spcBef>
                <a:spcPts val="1200"/>
              </a:spcBef>
              <a:buClr>
                <a:srgbClr val="181818"/>
              </a:buClr>
              <a:buSzPct val="100000"/>
              <a:buFont typeface="Helvetica"/>
              <a:buAutoNum type="arabicPeriod"/>
              <a:tabLst>
                <a:tab pos="139700" algn="l"/>
                <a:tab pos="457200" algn="l"/>
              </a:tabLst>
              <a:defRPr sz="2250">
                <a:solidFill>
                  <a:srgbClr val="181818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pic>
        <p:nvPicPr>
          <p:cNvPr id="117" name="Screenshot 2024-03-28 at 12.17.37 PM.png" descr="Screenshot 2024-03-28 at 12.17.37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80" y="635661"/>
            <a:ext cx="11169648" cy="92527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TextBox 5"/>
          <p:cNvSpPr txBox="1"/>
          <p:nvPr/>
        </p:nvSpPr>
        <p:spPr>
          <a:xfrm>
            <a:off x="1670470" y="775631"/>
            <a:ext cx="11680580" cy="1778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lnSpc>
                <a:spcPts val="8500"/>
              </a:lnSpc>
              <a:spcBef>
                <a:spcPts val="1000"/>
              </a:spcBef>
              <a:defRPr sz="4800" b="1">
                <a:solidFill>
                  <a:srgbClr val="3232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Set up VirtualBox nested virtualization</a:t>
            </a:r>
          </a:p>
        </p:txBody>
      </p:sp>
      <p:sp>
        <p:nvSpPr>
          <p:cNvPr id="121" name="The system settings are divided into a series of tabs. Select the Processor tab, then the Enable Nested VT-x/AMD-V checkbox and click OK. Now the VM is ready for nested virtualization"/>
          <p:cNvSpPr txBox="1"/>
          <p:nvPr/>
        </p:nvSpPr>
        <p:spPr>
          <a:xfrm>
            <a:off x="140038" y="1963769"/>
            <a:ext cx="17236274" cy="817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25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system settings are divided into a series of tabs. Select the Processor tab, then the Enable Nested VT-x/AMD-V checkbox and click OK. Now the VM is ready for nested virtualization</a:t>
            </a:r>
          </a:p>
        </p:txBody>
      </p:sp>
      <p:pic>
        <p:nvPicPr>
          <p:cNvPr id="12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540" y="2981240"/>
            <a:ext cx="8660521" cy="5578820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open the settings of  (powered off) virtual machine and go to System -&gt; Processor, the option &quot;Enable Nested VT-x/AMD-V&quot; is greyed out and if it cannot  be enabled.…"/>
          <p:cNvSpPr txBox="1"/>
          <p:nvPr/>
        </p:nvSpPr>
        <p:spPr>
          <a:xfrm>
            <a:off x="463887" y="5235656"/>
            <a:ext cx="6852876" cy="349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 defTabSz="457200">
              <a:defRPr sz="2800">
                <a:solidFill>
                  <a:srgbClr val="0C0D0E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open the settings of  (powered off) virtual machine and go to </a:t>
            </a:r>
            <a:r>
              <a:rPr b="1"/>
              <a:t>System</a:t>
            </a:r>
            <a:r>
              <a:t> -&gt; </a:t>
            </a:r>
            <a:r>
              <a:rPr b="1"/>
              <a:t>Processor</a:t>
            </a:r>
            <a:r>
              <a:t>, the option "</a:t>
            </a:r>
            <a:r>
              <a:rPr b="1"/>
              <a:t>Enable Nested VT-x/AMD-V</a:t>
            </a:r>
            <a:r>
              <a:t>" is greyed out and if it cannot  be enabled.</a:t>
            </a:r>
          </a:p>
          <a:p>
            <a:pPr algn="just" defTabSz="457200">
              <a:defRPr sz="2800">
                <a:solidFill>
                  <a:srgbClr val="0C0D0E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/>
          </a:p>
          <a:p>
            <a:pPr algn="just" defTabSz="457200">
              <a:defRPr sz="2800">
                <a:solidFill>
                  <a:srgbClr val="0C0D0E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open a new </a:t>
            </a:r>
            <a:r>
              <a:rPr i="1"/>
              <a:t>PowerShell</a:t>
            </a:r>
            <a:r>
              <a:t> in your VB installation folder and type:</a:t>
            </a:r>
          </a:p>
        </p:txBody>
      </p:sp>
      <p:sp>
        <p:nvSpPr>
          <p:cNvPr id="124" name="./VBoxManage modifyvm &quot;Virtual Machine Name&quot; --nested-hw-virt on"/>
          <p:cNvSpPr txBox="1"/>
          <p:nvPr/>
        </p:nvSpPr>
        <p:spPr>
          <a:xfrm>
            <a:off x="441385" y="8986671"/>
            <a:ext cx="16395500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just" defTabSz="457200">
              <a:defRPr sz="4200" b="1">
                <a:solidFill>
                  <a:srgbClr val="0C0D0E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./VBoxManage modifyvm "Virtual Machine Name" --nested-hw-virt on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It can be enabled by ticking the Enable hypervisor applications in this virtual machine option. This is found in the advanced options of the Processors &amp; Memory screen for the virtual machine you want to run nested virtualization on."/>
          <p:cNvSpPr txBox="1"/>
          <p:nvPr/>
        </p:nvSpPr>
        <p:spPr>
          <a:xfrm>
            <a:off x="67468" y="1523151"/>
            <a:ext cx="1776160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sz="2000">
                <a:solidFill>
                  <a:srgbClr val="1E1E1E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It can be enabled by ticking the </a:t>
            </a:r>
            <a:r>
              <a:rPr b="1"/>
              <a:t>Enable hypervisor applications in this virtual machine</a:t>
            </a:r>
            <a:r>
              <a:t> option. This is found in the advanced options of the </a:t>
            </a:r>
            <a:r>
              <a:rPr b="1"/>
              <a:t>Processors &amp; Memory</a:t>
            </a:r>
            <a:r>
              <a:t> screen for the virtual machine you want to run nested virtualization on.</a:t>
            </a:r>
          </a:p>
        </p:txBody>
      </p:sp>
      <p:sp>
        <p:nvSpPr>
          <p:cNvPr id="128" name="Set up nested virtualization in VMWare Fusion in MAC"/>
          <p:cNvSpPr txBox="1"/>
          <p:nvPr/>
        </p:nvSpPr>
        <p:spPr>
          <a:xfrm>
            <a:off x="316411" y="293479"/>
            <a:ext cx="16067744" cy="187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lnSpc>
                <a:spcPts val="8500"/>
              </a:lnSpc>
              <a:spcBef>
                <a:spcPts val="1000"/>
              </a:spcBef>
              <a:defRPr sz="4800" b="1">
                <a:solidFill>
                  <a:srgbClr val="3232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Set up nested virtualization in VMWare Fusion in MAC  </a:t>
            </a:r>
          </a:p>
        </p:txBody>
      </p:sp>
      <p:pic>
        <p:nvPicPr>
          <p:cNvPr id="12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238" y="2513731"/>
            <a:ext cx="9928426" cy="77662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" name="TextBox 4"/>
          <p:cNvSpPr txBox="1"/>
          <p:nvPr/>
        </p:nvSpPr>
        <p:spPr>
          <a:xfrm>
            <a:off x="547058" y="482008"/>
            <a:ext cx="14679284" cy="1994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300"/>
              </a:lnSpc>
              <a:defRPr sz="11600">
                <a:solidFill>
                  <a:srgbClr val="0D0F68"/>
                </a:solidFill>
                <a:latin typeface="Yeseva One Bold"/>
                <a:ea typeface="Yeseva One Bold"/>
                <a:cs typeface="Yeseva One Bold"/>
                <a:sym typeface="Yeseva One Bold"/>
              </a:defRPr>
            </a:lvl1pPr>
          </a:lstStyle>
          <a:p>
            <a:r>
              <a:t>KVM install</a:t>
            </a:r>
          </a:p>
        </p:txBody>
      </p:sp>
      <p:sp>
        <p:nvSpPr>
          <p:cNvPr id="143" name="Note:…"/>
          <p:cNvSpPr txBox="1"/>
          <p:nvPr/>
        </p:nvSpPr>
        <p:spPr>
          <a:xfrm>
            <a:off x="556913" y="1902490"/>
            <a:ext cx="15308174" cy="1559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30000"/>
              </a:lnSpc>
              <a:defRPr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Note: </a:t>
            </a:r>
          </a:p>
          <a:p>
            <a:pPr algn="just">
              <a:lnSpc>
                <a:spcPct val="130000"/>
              </a:lnSpc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Perform the following steps:</a:t>
            </a:r>
          </a:p>
          <a:p>
            <a:pPr marL="342900" indent="-342900" algn="just">
              <a:lnSpc>
                <a:spcPct val="130000"/>
              </a:lnSpc>
              <a:buSzPct val="100000"/>
              <a:buAutoNum type="arabicPeriod"/>
              <a:defRPr sz="2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Go to: </a:t>
            </a:r>
            <a:r>
              <a:rPr>
                <a:solidFill>
                  <a:srgbClr val="FF0066"/>
                </a:solidFill>
              </a:rPr>
              <a:t>settings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 </a:t>
            </a:r>
            <a:r>
              <a:rPr>
                <a:solidFill>
                  <a:srgbClr val="1F0BB5"/>
                </a:solidFill>
              </a:rPr>
              <a:t>windows security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</a:t>
            </a:r>
            <a:r>
              <a:rPr>
                <a:solidFill>
                  <a:srgbClr val="FF0000"/>
                </a:solidFill>
              </a:rPr>
              <a:t> Device Security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</a:t>
            </a:r>
            <a:r>
              <a:rPr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00B050"/>
                </a:solidFill>
              </a:rPr>
              <a:t>core isolation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</a:t>
            </a:r>
            <a:r>
              <a:rPr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623216"/>
                </a:solidFill>
              </a:rPr>
              <a:t>memory integrity off</a:t>
            </a:r>
          </a:p>
        </p:txBody>
      </p:sp>
      <p:pic>
        <p:nvPicPr>
          <p:cNvPr id="144" name="A screenshot of a computerDescription automatically generated" descr="A screenshot of a computer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946" y="4177426"/>
            <a:ext cx="12126558" cy="6160013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Step1: window security device security "/>
          <p:cNvSpPr txBox="1"/>
          <p:nvPr/>
        </p:nvSpPr>
        <p:spPr>
          <a:xfrm>
            <a:off x="973942" y="3621665"/>
            <a:ext cx="540118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lnSpc>
                <a:spcPct val="107916"/>
              </a:lnSpc>
              <a:spcBef>
                <a:spcPts val="800"/>
              </a:spcBef>
              <a:defRPr sz="1100">
                <a:uFill>
                  <a:solidFill>
                    <a:srgbClr val="000000"/>
                  </a:solidFill>
                </a:uFill>
                <a:latin typeface="Aptos"/>
                <a:ea typeface="Aptos"/>
                <a:cs typeface="Aptos"/>
                <a:sym typeface="Aptos"/>
              </a:defRPr>
            </a:pPr>
            <a:r>
              <a:rPr sz="2000" b="1"/>
              <a:t>Step1: window security </a:t>
            </a:r>
            <a:r>
              <a:rPr sz="200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rPr sz="2000" b="1"/>
              <a:t>device security </a:t>
            </a:r>
            <a:r>
              <a:rPr sz="2000">
                <a:latin typeface="Wingdings"/>
                <a:ea typeface="Wingdings"/>
                <a:cs typeface="Wingdings"/>
                <a:sym typeface="Wingdings"/>
              </a:rPr>
              <a:t>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TextBox 4"/>
          <p:cNvSpPr txBox="1"/>
          <p:nvPr/>
        </p:nvSpPr>
        <p:spPr>
          <a:xfrm>
            <a:off x="547058" y="482008"/>
            <a:ext cx="14679284" cy="1994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300"/>
              </a:lnSpc>
              <a:defRPr sz="11600">
                <a:solidFill>
                  <a:srgbClr val="0D0F68"/>
                </a:solidFill>
                <a:latin typeface="Yeseva One Bold"/>
                <a:ea typeface="Yeseva One Bold"/>
                <a:cs typeface="Yeseva One Bold"/>
                <a:sym typeface="Yeseva One Bold"/>
              </a:defRPr>
            </a:lvl1pPr>
          </a:lstStyle>
          <a:p>
            <a:r>
              <a:t>KVM install</a:t>
            </a:r>
          </a:p>
        </p:txBody>
      </p:sp>
      <p:sp>
        <p:nvSpPr>
          <p:cNvPr id="149" name="Note:…"/>
          <p:cNvSpPr txBox="1"/>
          <p:nvPr/>
        </p:nvSpPr>
        <p:spPr>
          <a:xfrm>
            <a:off x="492369" y="2376623"/>
            <a:ext cx="15806033" cy="165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30000"/>
              </a:lnSpc>
              <a:defRPr sz="3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Note: </a:t>
            </a:r>
          </a:p>
          <a:p>
            <a:pPr algn="just">
              <a:lnSpc>
                <a:spcPct val="130000"/>
              </a:lnSpc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Perform the following steps:</a:t>
            </a:r>
          </a:p>
          <a:p>
            <a:pPr marL="342900" indent="-342900" algn="just">
              <a:lnSpc>
                <a:spcPct val="130000"/>
              </a:lnSpc>
              <a:buSzPct val="100000"/>
              <a:buAutoNum type="arabicPeriod"/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Go to: </a:t>
            </a:r>
            <a:r>
              <a:rPr>
                <a:solidFill>
                  <a:srgbClr val="FF0066"/>
                </a:solidFill>
              </a:rPr>
              <a:t>settings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 </a:t>
            </a:r>
            <a:r>
              <a:rPr>
                <a:solidFill>
                  <a:srgbClr val="1F0BB5"/>
                </a:solidFill>
              </a:rPr>
              <a:t>windows security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</a:t>
            </a:r>
            <a:r>
              <a:rPr>
                <a:solidFill>
                  <a:srgbClr val="FF0000"/>
                </a:solidFill>
              </a:rPr>
              <a:t> Device Security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</a:t>
            </a:r>
            <a:r>
              <a:rPr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00B050"/>
                </a:solidFill>
              </a:rPr>
              <a:t>core isolation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</a:t>
            </a:r>
            <a:r>
              <a:rPr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623216"/>
                </a:solidFill>
              </a:rPr>
              <a:t>memory integrity off</a:t>
            </a:r>
          </a:p>
        </p:txBody>
      </p:sp>
      <p:pic>
        <p:nvPicPr>
          <p:cNvPr id="150" name="A screenshot of a computerDescription automatically generated" descr="A screenshot of a computer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42" y="4182383"/>
            <a:ext cx="12488348" cy="58263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3" name="TextBox 4"/>
          <p:cNvSpPr txBox="1"/>
          <p:nvPr/>
        </p:nvSpPr>
        <p:spPr>
          <a:xfrm>
            <a:off x="547058" y="482008"/>
            <a:ext cx="14679284" cy="1994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300"/>
              </a:lnSpc>
              <a:defRPr sz="11600">
                <a:solidFill>
                  <a:srgbClr val="0D0F68"/>
                </a:solidFill>
                <a:latin typeface="Yeseva One Bold"/>
                <a:ea typeface="Yeseva One Bold"/>
                <a:cs typeface="Yeseva One Bold"/>
                <a:sym typeface="Yeseva One Bold"/>
              </a:defRPr>
            </a:lvl1pPr>
          </a:lstStyle>
          <a:p>
            <a:r>
              <a:t>KVM install</a:t>
            </a:r>
          </a:p>
        </p:txBody>
      </p:sp>
      <p:sp>
        <p:nvSpPr>
          <p:cNvPr id="154" name="Note:…"/>
          <p:cNvSpPr txBox="1"/>
          <p:nvPr/>
        </p:nvSpPr>
        <p:spPr>
          <a:xfrm>
            <a:off x="609607" y="2088756"/>
            <a:ext cx="14554186" cy="1559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just">
              <a:lnSpc>
                <a:spcPct val="130000"/>
              </a:lnSpc>
              <a:defRPr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Note: </a:t>
            </a:r>
          </a:p>
          <a:p>
            <a:pPr algn="just">
              <a:lnSpc>
                <a:spcPct val="130000"/>
              </a:lnSpc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Perform the following steps:</a:t>
            </a:r>
          </a:p>
          <a:p>
            <a:pPr marL="342900" indent="-342900" algn="just">
              <a:lnSpc>
                <a:spcPct val="130000"/>
              </a:lnSpc>
              <a:buSzPct val="100000"/>
              <a:buAutoNum type="arabicPeriod"/>
              <a:defRPr sz="2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Go to: </a:t>
            </a:r>
            <a:r>
              <a:rPr>
                <a:solidFill>
                  <a:srgbClr val="FF0066"/>
                </a:solidFill>
              </a:rPr>
              <a:t>settings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 </a:t>
            </a:r>
            <a:r>
              <a:rPr>
                <a:solidFill>
                  <a:srgbClr val="1F0BB5"/>
                </a:solidFill>
              </a:rPr>
              <a:t>windows security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</a:t>
            </a:r>
            <a:r>
              <a:rPr>
                <a:solidFill>
                  <a:srgbClr val="FF0000"/>
                </a:solidFill>
              </a:rPr>
              <a:t> Device Security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</a:t>
            </a:r>
            <a:r>
              <a:rPr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00B050"/>
                </a:solidFill>
              </a:rPr>
              <a:t>core isolation</a:t>
            </a:r>
            <a:r>
              <a:rPr b="0">
                <a:solidFill>
                  <a:srgbClr val="FF0066"/>
                </a:solidFill>
                <a:latin typeface="Symbol"/>
                <a:ea typeface="Symbol"/>
                <a:cs typeface="Symbol"/>
                <a:sym typeface="Symbol"/>
              </a:rPr>
              <a:t>®</a:t>
            </a:r>
            <a:r>
              <a:rPr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623216"/>
                </a:solidFill>
              </a:rPr>
              <a:t>memory integrity off</a:t>
            </a:r>
          </a:p>
        </p:txBody>
      </p:sp>
      <p:sp>
        <p:nvSpPr>
          <p:cNvPr id="155" name="Step 3"/>
          <p:cNvSpPr txBox="1"/>
          <p:nvPr/>
        </p:nvSpPr>
        <p:spPr>
          <a:xfrm>
            <a:off x="3801809" y="4716779"/>
            <a:ext cx="866389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lnSpc>
                <a:spcPct val="107916"/>
              </a:lnSpc>
              <a:spcBef>
                <a:spcPts val="800"/>
              </a:spcBef>
              <a:defRPr sz="2000" b="1">
                <a:uFill>
                  <a:solidFill>
                    <a:srgbClr val="000000"/>
                  </a:solidFill>
                </a:u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 sz="1100" b="0"/>
            </a:pPr>
            <a:r>
              <a:rPr sz="2000" b="1"/>
              <a:t>Step 3</a:t>
            </a:r>
          </a:p>
        </p:txBody>
      </p:sp>
      <p:pic>
        <p:nvPicPr>
          <p:cNvPr id="156" name="A screenshot of a computerDescription automatically generated" descr="A screenshot of a computer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85" y="3686625"/>
            <a:ext cx="13304532" cy="63780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48D22-7481-9F2D-8D39-D8466329D5D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57200" y="785814"/>
            <a:ext cx="17830800" cy="7000874"/>
          </a:xfrm>
        </p:spPr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Sudo </a:t>
            </a:r>
            <a:r>
              <a:rPr lang="en-IN" sz="4000" dirty="0" err="1"/>
              <a:t>su</a:t>
            </a:r>
            <a:endParaRPr lang="en-IN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Su root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Passwd root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Exit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apt install quota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apt install </a:t>
            </a:r>
            <a:r>
              <a:rPr lang="en-IN" sz="4000" dirty="0" err="1"/>
              <a:t>openssh</a:t>
            </a:r>
            <a:r>
              <a:rPr lang="en-IN" sz="4000" dirty="0"/>
              <a:t>-server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 err="1"/>
              <a:t>sudo</a:t>
            </a:r>
            <a:r>
              <a:rPr lang="en-IN" sz="4000" dirty="0"/>
              <a:t> </a:t>
            </a:r>
            <a:r>
              <a:rPr lang="en-IN" sz="4000" dirty="0" err="1"/>
              <a:t>sed</a:t>
            </a:r>
            <a:r>
              <a:rPr lang="en-IN" sz="4000" dirty="0"/>
              <a:t> -</a:t>
            </a:r>
            <a:r>
              <a:rPr lang="en-IN" sz="4000" dirty="0" err="1"/>
              <a:t>i</a:t>
            </a:r>
            <a:r>
              <a:rPr lang="en-IN" sz="4000" dirty="0"/>
              <a:t> "s/#PermitRootLogin.*/PermitRootLogin yes /" /etc/ssh/</a:t>
            </a:r>
            <a:r>
              <a:rPr lang="en-IN" sz="4000" dirty="0" err="1"/>
              <a:t>sshd_config</a:t>
            </a:r>
            <a:endParaRPr lang="en-IN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 err="1"/>
              <a:t>sed</a:t>
            </a:r>
            <a:r>
              <a:rPr lang="en-IN" sz="4000" dirty="0"/>
              <a:t> -</a:t>
            </a:r>
            <a:r>
              <a:rPr lang="en-IN" sz="4000" dirty="0" err="1"/>
              <a:t>i</a:t>
            </a:r>
            <a:r>
              <a:rPr lang="en-IN" sz="4000" dirty="0"/>
              <a:t> -e 's/^RPCMOUNTDOPTS="--manage-gids"$/RPCMOUNTDOPTS="-p 892 -- manage-gids"/g' /etc/default/</a:t>
            </a:r>
            <a:r>
              <a:rPr lang="en-IN" sz="4000" dirty="0" err="1"/>
              <a:t>nfs</a:t>
            </a:r>
            <a:r>
              <a:rPr lang="en-IN" sz="4000" dirty="0"/>
              <a:t>-kernel-server </a:t>
            </a:r>
          </a:p>
          <a:p>
            <a:pPr marL="0" indent="0">
              <a:buNone/>
            </a:pPr>
            <a:endParaRPr lang="en-IN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 err="1"/>
              <a:t>sed</a:t>
            </a:r>
            <a:r>
              <a:rPr lang="en-IN" sz="4000" dirty="0"/>
              <a:t> -</a:t>
            </a:r>
            <a:r>
              <a:rPr lang="en-IN" sz="4000" dirty="0" err="1"/>
              <a:t>i</a:t>
            </a:r>
            <a:r>
              <a:rPr lang="en-IN" sz="4000" dirty="0"/>
              <a:t> -e 's/^STATDOPTS=$/STATDOPTS="--port 662 --outgoing-port 2020"/g' /etc/default/</a:t>
            </a:r>
            <a:r>
              <a:rPr lang="en-IN" sz="4000" dirty="0" err="1"/>
              <a:t>nfs</a:t>
            </a:r>
            <a:r>
              <a:rPr lang="en-IN" sz="4000" dirty="0"/>
              <a:t>-common </a:t>
            </a:r>
          </a:p>
          <a:p>
            <a:pPr marL="0" indent="0">
              <a:buNone/>
            </a:pPr>
            <a:endParaRPr lang="en-IN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echo "NEED_STATD=yes" &gt;&gt; /etc/default/</a:t>
            </a:r>
            <a:r>
              <a:rPr lang="en-IN" sz="4000" dirty="0" err="1"/>
              <a:t>nfs</a:t>
            </a:r>
            <a:r>
              <a:rPr lang="en-IN" sz="4000" dirty="0"/>
              <a:t>-common </a:t>
            </a:r>
          </a:p>
          <a:p>
            <a:pPr marL="0" indent="0">
              <a:buNone/>
            </a:pPr>
            <a:endParaRPr lang="en-IN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 err="1"/>
              <a:t>sed</a:t>
            </a:r>
            <a:r>
              <a:rPr lang="en-IN" sz="4000" dirty="0"/>
              <a:t> -</a:t>
            </a:r>
            <a:r>
              <a:rPr lang="en-IN" sz="4000" dirty="0" err="1"/>
              <a:t>i</a:t>
            </a:r>
            <a:r>
              <a:rPr lang="en-IN" sz="4000" dirty="0"/>
              <a:t> -e 's/^RPCRQUOTADOPTS=$/RPCRQUOTADOPTS="-p 875"/g' /etc/default/quota </a:t>
            </a:r>
          </a:p>
          <a:p>
            <a:pPr marL="0" indent="0">
              <a:buNone/>
            </a:pPr>
            <a:endParaRPr lang="en-IN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apt install </a:t>
            </a:r>
            <a:r>
              <a:rPr lang="en-IN" sz="4000" dirty="0" err="1"/>
              <a:t>cloudstack</a:t>
            </a:r>
            <a:r>
              <a:rPr lang="en-IN" sz="4000" dirty="0"/>
              <a:t>-agent </a:t>
            </a:r>
          </a:p>
        </p:txBody>
      </p:sp>
    </p:spTree>
    <p:extLst>
      <p:ext uri="{BB962C8B-B14F-4D97-AF65-F5344CB8AC3E}">
        <p14:creationId xmlns:p14="http://schemas.microsoft.com/office/powerpoint/2010/main" val="328360981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1AC3C-34D1-F58D-B100-CBE7C335CFE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57200" y="542925"/>
            <a:ext cx="17830800" cy="8015287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sed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-e 's/\#vnc_listen.*$/vnc_listen = "0.0.0.0"/g' /etc/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qemu.conf</a:t>
            </a: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sed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-e 's/.*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libvirtd_opts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.*/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libvirtd_opts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="-l"/' /etc/default/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0" indent="0">
              <a:buNone/>
            </a:pP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echo LIBVIRTD_ARGS=\"--listen\" &gt;&gt; /etc/default/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0" indent="0">
              <a:buNone/>
            </a:pP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systemctl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mask 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libvirtd.socket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libvirtd-ro.socket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libvirtd-admin.socket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libvirtd-tls.socket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libvirtd-tcp.socket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0" indent="0">
              <a:buNone/>
            </a:pP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systemctl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restart 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0" indent="0">
              <a:buNone/>
            </a:pP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nano /etc/default/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0" indent="0">
              <a:buNone/>
            </a:pP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systemctl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restart </a:t>
            </a:r>
            <a:r>
              <a:rPr lang="en-I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libvirtd</a:t>
            </a: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echo '</a:t>
            </a:r>
            <a:r>
              <a:rPr lang="en-IN" dirty="0" err="1"/>
              <a:t>listen_tls</a:t>
            </a:r>
            <a:r>
              <a:rPr lang="en-IN" dirty="0"/>
              <a:t>=0' &gt;&gt; /etc/</a:t>
            </a:r>
            <a:r>
              <a:rPr lang="en-IN" dirty="0" err="1"/>
              <a:t>libvirt</a:t>
            </a:r>
            <a:r>
              <a:rPr lang="en-IN" dirty="0"/>
              <a:t>/</a:t>
            </a:r>
            <a:r>
              <a:rPr lang="en-IN" dirty="0" err="1"/>
              <a:t>libvirtd.conf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echo '</a:t>
            </a:r>
            <a:r>
              <a:rPr lang="en-IN" dirty="0" err="1"/>
              <a:t>listen_tcp</a:t>
            </a:r>
            <a:r>
              <a:rPr lang="en-IN" dirty="0"/>
              <a:t>=1' &gt;&gt; /etc/</a:t>
            </a:r>
            <a:r>
              <a:rPr lang="en-IN" dirty="0" err="1"/>
              <a:t>libvirt</a:t>
            </a:r>
            <a:r>
              <a:rPr lang="en-IN" dirty="0"/>
              <a:t>/</a:t>
            </a:r>
            <a:r>
              <a:rPr lang="en-IN" dirty="0" err="1"/>
              <a:t>libvirtd.conf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echo '</a:t>
            </a:r>
            <a:r>
              <a:rPr lang="en-IN" dirty="0" err="1"/>
              <a:t>tcp_port</a:t>
            </a:r>
            <a:r>
              <a:rPr lang="en-IN" dirty="0"/>
              <a:t> = "16509"' &gt;&gt; /etc/</a:t>
            </a:r>
            <a:r>
              <a:rPr lang="en-IN" dirty="0" err="1"/>
              <a:t>libvirt</a:t>
            </a:r>
            <a:r>
              <a:rPr lang="en-IN" dirty="0"/>
              <a:t>/</a:t>
            </a:r>
            <a:r>
              <a:rPr lang="en-IN" dirty="0" err="1"/>
              <a:t>libvirtd.conf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echo '</a:t>
            </a:r>
            <a:r>
              <a:rPr lang="en-IN" dirty="0" err="1"/>
              <a:t>mdns_adv</a:t>
            </a:r>
            <a:r>
              <a:rPr lang="en-IN" dirty="0"/>
              <a:t> = 0' &gt;&gt; /etc/</a:t>
            </a:r>
            <a:r>
              <a:rPr lang="en-IN" dirty="0" err="1"/>
              <a:t>libvirt</a:t>
            </a:r>
            <a:r>
              <a:rPr lang="en-IN" dirty="0"/>
              <a:t>/</a:t>
            </a:r>
            <a:r>
              <a:rPr lang="en-IN" dirty="0" err="1"/>
              <a:t>libvirtd.conf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90342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26560-6620-6497-30EC-60ACDD319E2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57200" y="1600200"/>
            <a:ext cx="17487900" cy="7643813"/>
          </a:xfrm>
        </p:spPr>
        <p:txBody>
          <a:bodyPr/>
          <a:lstStyle/>
          <a:p>
            <a:r>
              <a:rPr lang="en-IN" dirty="0"/>
              <a:t>echo '</a:t>
            </a:r>
            <a:r>
              <a:rPr lang="en-IN" dirty="0" err="1"/>
              <a:t>auth_tcp</a:t>
            </a:r>
            <a:r>
              <a:rPr lang="en-IN" dirty="0"/>
              <a:t> = "none"' &gt;&gt; /etc/</a:t>
            </a:r>
            <a:r>
              <a:rPr lang="en-IN" dirty="0" err="1"/>
              <a:t>libvirt</a:t>
            </a:r>
            <a:r>
              <a:rPr lang="en-IN" dirty="0"/>
              <a:t>/</a:t>
            </a:r>
            <a:r>
              <a:rPr lang="en-IN" dirty="0" err="1"/>
              <a:t>libvirtd.conf</a:t>
            </a:r>
            <a:endParaRPr lang="en-IN" dirty="0"/>
          </a:p>
          <a:p>
            <a:r>
              <a:rPr lang="en-IN" dirty="0" err="1"/>
              <a:t>systemctl</a:t>
            </a:r>
            <a:r>
              <a:rPr lang="en-IN" dirty="0"/>
              <a:t> restart </a:t>
            </a:r>
            <a:r>
              <a:rPr lang="en-IN" dirty="0" err="1"/>
              <a:t>libvirtd</a:t>
            </a:r>
            <a:endParaRPr lang="en-IN" dirty="0"/>
          </a:p>
          <a:p>
            <a:r>
              <a:rPr lang="en-IN" dirty="0"/>
              <a:t>apt-get install </a:t>
            </a:r>
            <a:r>
              <a:rPr lang="en-IN" dirty="0" err="1"/>
              <a:t>uuid</a:t>
            </a:r>
            <a:endParaRPr lang="en-IN" dirty="0"/>
          </a:p>
          <a:p>
            <a:r>
              <a:rPr lang="en-IN" dirty="0"/>
              <a:t>apt-get install </a:t>
            </a:r>
            <a:r>
              <a:rPr lang="en-IN" dirty="0" err="1"/>
              <a:t>uuid</a:t>
            </a:r>
            <a:r>
              <a:rPr lang="en-IN" dirty="0"/>
              <a:t> –y</a:t>
            </a:r>
          </a:p>
          <a:p>
            <a:r>
              <a:rPr lang="en-IN" dirty="0"/>
              <a:t>UUID=$(</a:t>
            </a:r>
            <a:r>
              <a:rPr lang="en-IN" dirty="0" err="1"/>
              <a:t>uuid</a:t>
            </a:r>
            <a:r>
              <a:rPr lang="en-IN" dirty="0"/>
              <a:t>) </a:t>
            </a:r>
          </a:p>
          <a:p>
            <a:r>
              <a:rPr lang="en-IN" dirty="0"/>
              <a:t>echo </a:t>
            </a:r>
            <a:r>
              <a:rPr lang="en-IN" dirty="0" err="1"/>
              <a:t>host_uuid</a:t>
            </a:r>
            <a:r>
              <a:rPr lang="en-IN" dirty="0"/>
              <a:t> = \"$UUID\" &gt;&gt; /etc/</a:t>
            </a:r>
            <a:r>
              <a:rPr lang="en-IN" dirty="0" err="1"/>
              <a:t>libvirt</a:t>
            </a:r>
            <a:r>
              <a:rPr lang="en-IN" dirty="0"/>
              <a:t>/</a:t>
            </a:r>
            <a:r>
              <a:rPr lang="en-IN" dirty="0" err="1"/>
              <a:t>libvirtd.conf</a:t>
            </a:r>
            <a:endParaRPr lang="en-IN" dirty="0"/>
          </a:p>
          <a:p>
            <a:r>
              <a:rPr lang="en-IN" dirty="0" err="1"/>
              <a:t>systemctl</a:t>
            </a:r>
            <a:r>
              <a:rPr lang="en-IN" dirty="0"/>
              <a:t> restart </a:t>
            </a:r>
            <a:r>
              <a:rPr lang="en-IN" dirty="0" err="1"/>
              <a:t>libvirtd</a:t>
            </a:r>
            <a:endParaRPr lang="en-IN" dirty="0"/>
          </a:p>
          <a:p>
            <a:r>
              <a:rPr lang="en-IN" dirty="0"/>
              <a:t>ln -s /etc/</a:t>
            </a:r>
            <a:r>
              <a:rPr lang="en-IN" dirty="0" err="1"/>
              <a:t>apparmor.d</a:t>
            </a:r>
            <a:r>
              <a:rPr lang="en-IN" dirty="0"/>
              <a:t>/</a:t>
            </a:r>
            <a:r>
              <a:rPr lang="en-IN" dirty="0" err="1"/>
              <a:t>usr.lib.libvirt.virt</a:t>
            </a:r>
            <a:r>
              <a:rPr lang="en-IN" dirty="0"/>
              <a:t>-aa-helper /etc/</a:t>
            </a:r>
            <a:r>
              <a:rPr lang="en-IN" dirty="0" err="1"/>
              <a:t>apparmor.d</a:t>
            </a:r>
            <a:r>
              <a:rPr lang="en-IN" dirty="0"/>
              <a:t>/disable/</a:t>
            </a:r>
          </a:p>
          <a:p>
            <a:r>
              <a:rPr lang="en-IN" dirty="0" err="1"/>
              <a:t>apparmor_parser</a:t>
            </a:r>
            <a:r>
              <a:rPr lang="en-IN" dirty="0"/>
              <a:t> -R /etc/</a:t>
            </a:r>
            <a:r>
              <a:rPr lang="en-IN" dirty="0" err="1"/>
              <a:t>apparmor.d</a:t>
            </a:r>
            <a:r>
              <a:rPr lang="en-IN" dirty="0"/>
              <a:t>/</a:t>
            </a:r>
            <a:r>
              <a:rPr lang="en-IN" dirty="0" err="1"/>
              <a:t>usr.sbin.libvirtd</a:t>
            </a:r>
            <a:r>
              <a:rPr lang="en-IN" dirty="0"/>
              <a:t> </a:t>
            </a:r>
          </a:p>
          <a:p>
            <a:r>
              <a:rPr lang="en-IN" dirty="0" err="1"/>
              <a:t>apparmor_parser</a:t>
            </a:r>
            <a:r>
              <a:rPr lang="en-IN" dirty="0"/>
              <a:t> -R /etc/</a:t>
            </a:r>
            <a:r>
              <a:rPr lang="en-IN" dirty="0" err="1"/>
              <a:t>apparmor.d</a:t>
            </a:r>
            <a:r>
              <a:rPr lang="en-IN" dirty="0"/>
              <a:t>/</a:t>
            </a:r>
            <a:r>
              <a:rPr lang="en-IN" dirty="0" err="1"/>
              <a:t>usr.lib.libvirt.virt</a:t>
            </a:r>
            <a:r>
              <a:rPr lang="en-IN" dirty="0"/>
              <a:t>-aa-helper</a:t>
            </a:r>
          </a:p>
          <a:p>
            <a:r>
              <a:rPr lang="en-IN" dirty="0"/>
              <a:t>exit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79678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774</Words>
  <Application>Microsoft Office PowerPoint</Application>
  <PresentationFormat>Custom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Helvetica</vt:lpstr>
      <vt:lpstr>Symbol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amandeep paul</cp:lastModifiedBy>
  <cp:revision>11</cp:revision>
  <dcterms:modified xsi:type="dcterms:W3CDTF">2025-03-15T18:49:32Z</dcterms:modified>
</cp:coreProperties>
</file>