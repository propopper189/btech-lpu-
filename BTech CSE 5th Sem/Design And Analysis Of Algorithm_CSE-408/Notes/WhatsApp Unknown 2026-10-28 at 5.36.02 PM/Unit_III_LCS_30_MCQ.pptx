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691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051560"/>
            <a:ext cx="112471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100" b="1">
                <a:solidFill>
                  <a:srgbClr val="46DCF0"/>
                </a:solidFill>
                <a:latin typeface="Aptos Display"/>
              </a:rPr>
              <a:t>LONGEST COMMON SUBSEQUENCE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74519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F5F7FF"/>
                </a:solidFill>
                <a:latin typeface="Aptos Display"/>
              </a:rPr>
              <a:t>30 MCQ CLASS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06040"/>
            <a:ext cx="10149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B1BCD7"/>
                </a:solidFill>
                <a:latin typeface="Aptos Display"/>
              </a:rPr>
              <a:t>Dynamic Programming • Conceptual + Numerical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96312" y="3794759"/>
            <a:ext cx="7315200" cy="100584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423160" y="3703320"/>
            <a:ext cx="7315200" cy="100584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651760" y="3913632"/>
            <a:ext cx="6858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50DC96"/>
                </a:solidFill>
                <a:latin typeface="Aptos Display"/>
              </a:rPr>
              <a:t>✓ Answer + solution on the same page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Q01  |  LCS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 Display"/>
              </a:rPr>
              <a:t>What does LCS stand for?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Longest Common Subsequence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Longest Common String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Largest Common Subsequence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Longest Character Search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F5F7FF"/>
                </a:solidFill>
                <a:latin typeface="Aptos Display"/>
              </a:rPr>
              <a:t>SOLUTION: LCS means Longest Common Subsequence.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1/30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Q02  |  LCS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 Display"/>
              </a:rPr>
              <a:t>Which statement correctly describes a subsequence?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Characters must be adjacent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Characters must occur in the same order but need not be adjacent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Characters can be rearranged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Only repeated characters are allowed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F5F7FF"/>
                </a:solidFill>
                <a:latin typeface="Aptos Display"/>
              </a:rPr>
              <a:t>SOLUTION: A subsequence preserves relative order but characters do not have to be contiguous.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2/30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Q03  |  LCS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 Display"/>
              </a:rPr>
              <a:t>What is the LCS length of X = "ABC" and Y = "ABC"?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F5F7FF"/>
                </a:solidFill>
                <a:latin typeface="Aptos Display"/>
              </a:rPr>
              <a:t>SOLUTION: The strings are identical, so the complete string ABC is the LCS. Length = 3.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3/30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Q04  |  LCS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 Display"/>
              </a:rPr>
              <a:t>What is the LCS length of X = "ABC" and Y = "DEF"?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F5F7FF"/>
                </a:solidFill>
                <a:latin typeface="Aptos Display"/>
              </a:rPr>
              <a:t>SOLUTION: There is no common character, so the LCS length is 0.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4/30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Q05  |  LCS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 Display"/>
              </a:rPr>
              <a:t>What is the LCS length of X = "AGGTAB" and Y = "GXTXAYB"?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F5F7FF"/>
                </a:solidFill>
                <a:latin typeface="Aptos Display"/>
              </a:rPr>
              <a:t>SOLUTION: One LCS is GTAB, which has length 4.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5/30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Q06  |  LCS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 Display"/>
              </a:rPr>
              <a:t>What is the LCS length of X = "ABCBDAB" and Y = "BDCABA"?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F5F7FF"/>
                </a:solidFill>
                <a:latin typeface="Aptos Display"/>
              </a:rPr>
              <a:t>SOLUTION: One LCS is BCBA (another is BDAB), so the maximum length is 4.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6/30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Q07  |  LCS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 Display"/>
              </a:rPr>
              <a:t>If X[i] = Y[j], what is the LCS recurrence?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L[i][j]=max(L[i-1][j],L[i][j-1])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L[i][j]=1+L[i-1][j-1]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L[i][j]=L[i-1][j]+L[i][j-1]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L[i][j]=0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F5F7FF"/>
                </a:solidFill>
                <a:latin typeface="Aptos Display"/>
              </a:rPr>
              <a:t>SOLUTION: When the current characters match, include that character and add 1 to the diagonal state.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7/30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Q08  |  LCS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 Display"/>
              </a:rPr>
              <a:t>If X[i] ≠ Y[j], what recurrence is used?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L[i][j]=1+L[i-1][j-1]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L[i][j]=0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L[i][j]=max(L[i-1][j],L[i][j-1])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L[i][j]=L[i-1][j-1]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F5F7FF"/>
                </a:solidFill>
                <a:latin typeface="Aptos Display"/>
              </a:rPr>
              <a:t>SOLUTION: For unequal characters, skip one character from either string and take the larger value.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8/30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Q09  |  LCS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 Display"/>
              </a:rPr>
              <a:t>What is the standard base value of L[0][j]?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j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−1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F5F7FF"/>
                </a:solidFill>
                <a:latin typeface="Aptos Display"/>
              </a:rPr>
              <a:t>SOLUTION: With an empty first string, the LCS length is 0.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9/30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Q10  |  LCS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 Display"/>
              </a:rPr>
              <a:t>What is the standard base value of L[i][0]?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−1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F5F7FF"/>
                </a:solidFill>
                <a:latin typeface="Aptos Display"/>
              </a:rPr>
              <a:t>SOLUTION: With an empty second string, the LCS length is 0.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10/30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Q11  |  LCS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 Display"/>
              </a:rPr>
              <a:t>For strings of lengths m and n, what is the size of the standard LCS DP table?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m×n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(m+1)×(n+1)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m+n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(m−1)×(n−1)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F5F7FF"/>
                </a:solidFill>
                <a:latin typeface="Aptos Display"/>
              </a:rPr>
              <a:t>SOLUTION: The table includes the empty-prefix row and column.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11/30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Q12  |  LCS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 Display"/>
              </a:rPr>
              <a:t>For strings of lengths m and n, what is the time complexity of standard DP LCS?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O(m+n)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O(mn)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O(2^m)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O(m log 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F5F7FF"/>
                </a:solidFill>
                <a:latin typeface="Aptos Display"/>
              </a:rPr>
              <a:t>SOLUTION: There are (m+1)(n+1) states and constant work per state, giving O(mn).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12/30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Q13  |  LCS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 Display"/>
              </a:rPr>
              <a:t>What is the space complexity of the standard full DP table?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O(m+n)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O(mn)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O(m)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O(1)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F5F7FF"/>
                </a:solidFill>
                <a:latin typeface="Aptos Display"/>
              </a:rPr>
              <a:t>SOLUTION: The complete table stores O(mn) entries.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13/30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Q14  |  LCS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 Display"/>
              </a:rPr>
              <a:t>Which property makes dynamic programming suitable for LCS?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Only sorting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Optimal substructure and overlapping subproblems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Randomization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Greedy-choice property only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F5F7FF"/>
                </a:solidFill>
                <a:latin typeface="Aptos Display"/>
              </a:rPr>
              <a:t>SOLUTION: LCS has optimal substructure and repeated subproblems, which DP exploits.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14/30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Q15  |  LCS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 Display"/>
              </a:rPr>
              <a:t>For X = "AB" and Y = "AC", what is the LCS?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AB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AC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BC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F5F7FF"/>
                </a:solidFill>
                <a:latin typeface="Aptos Display"/>
              </a:rPr>
              <a:t>SOLUTION: The only common character is A, so the LCS is 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15/30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Q16  |  LCS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 Display"/>
              </a:rPr>
              <a:t>For X = "ABC" and Y = "AC", what is the LCS?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AB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AC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BC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ABC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F5F7FF"/>
                </a:solidFill>
                <a:latin typeface="Aptos Display"/>
              </a:rPr>
              <a:t>SOLUTION: AC occurs in both strings in the same order, so its length is 2.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16/30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Q17  |  LCS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 Display"/>
              </a:rPr>
              <a:t>For X = "ABCD" and Y = "ACBD", which is an LCS?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AB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ACBD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ABD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BCD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F5F7FF"/>
                </a:solidFill>
                <a:latin typeface="Aptos Display"/>
              </a:rPr>
              <a:t>SOLUTION: ABD is common to both strings and has length 3; length 4 is impossible.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17/30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Q18  |  LCS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 Display"/>
              </a:rPr>
              <a:t>For X = "XMJYAUZ" and Y = "MZJAWXU", what is the LCS length?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F5F7FF"/>
                </a:solidFill>
                <a:latin typeface="Aptos Display"/>
              </a:rPr>
              <a:t>SOLUTION: One LCS is MJAU, so the length is 4.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18/30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Q19  |  LCS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 Display"/>
              </a:rPr>
              <a:t>If the last characters match, which DP table direction is used?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Diagonal + 1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Only left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Only up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Maximum of left and 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F5F7FF"/>
                </a:solidFill>
                <a:latin typeface="Aptos Display"/>
              </a:rPr>
              <a:t>SOLUTION: A match contributes 1 plus the diagonal subproblem.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19/30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Q20  |  LCS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 Display"/>
              </a:rPr>
              <a:t>If the last characters do not match, which two cells are compared?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Diagonal and current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Up and left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Only diagonal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First row and first column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F5F7FF"/>
                </a:solidFill>
                <a:latin typeface="Aptos Display"/>
              </a:rPr>
              <a:t>SOLUTION: The recurrence compares the value obtained by skipping one character from either string.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20/30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Q21  |  LCS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 Display"/>
              </a:rPr>
              <a:t>What does L[i][j] represent in LCS DP?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Number of substrings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LCS length of the first i and first j characters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Length of string X only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Number of distinct characters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F5F7FF"/>
                </a:solidFill>
                <a:latin typeface="Aptos Display"/>
              </a:rPr>
              <a:t>SOLUTION: L[i][j] stores the LCS length for prefixes X[1..i] and Y[1..j].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21/30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Q22  |  LCS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 Display"/>
              </a:rPr>
              <a:t>If X = "AAAA" and Y = "AA", what is the LCS length?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F5F7FF"/>
                </a:solidFill>
                <a:latin typeface="Aptos Display"/>
              </a:rPr>
              <a:t>SOLUTION: The two As in Y can both be matched with two As in X.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22/30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Q23  |  LCS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 Display"/>
              </a:rPr>
              <a:t>If X = "ABCDE" and Y = "ACE", what is the LCS length?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F5F7FF"/>
                </a:solidFill>
                <a:latin typeface="Aptos Display"/>
              </a:rPr>
              <a:t>SOLUTION: ACE is a common subsequence, so the length is 3.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23/30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Q24  |  LCS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 Display"/>
              </a:rPr>
              <a:t>If X = "ABCDEF" and Y = "FBDAMN", what is the LCS length?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F5F7FF"/>
                </a:solidFill>
                <a:latin typeface="Aptos Display"/>
              </a:rPr>
              <a:t>SOLUTION: The common subsequence is BD, so the length is 2.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24/30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Q25  |  LCS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 Display"/>
              </a:rPr>
              <a:t>Which technique can reconstruct the actual LCS from the completed DP table?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Backtracking from L[m][n]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Sorting the table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Hashing only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Binary search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F5F7FF"/>
                </a:solidFill>
                <a:latin typeface="Aptos Display"/>
              </a:rPr>
              <a:t>SOLUTION: Start at L[m][n] and move according to matches and the larger neighboring DP value.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25/30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Q26  |  LCS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 Display"/>
              </a:rPr>
              <a:t>If L[m][n] = 0, what can be concluded?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The strings are identical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There is no common subsequence of positive length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Both strings are empty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The strings have equal length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F5F7FF"/>
                </a:solidFill>
                <a:latin typeface="Aptos Display"/>
              </a:rPr>
              <a:t>SOLUTION: An LCS length of 0 means the strings share no common character.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26/30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Q27  |  LCS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 Display"/>
              </a:rPr>
              <a:t>For X = "ABCDEF" and Y = "ACE", what is one LCS?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BDF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ACF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CEF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F5F7FF"/>
                </a:solidFill>
                <a:latin typeface="Aptos Display"/>
              </a:rPr>
              <a:t>SOLUTION: ACE occurs in X in order and is exactly Y, so it is an LCS.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27/30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Q28  |  LCS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 Display"/>
              </a:rPr>
              <a:t>For X = "ABCDGH" and Y = "AEDFHR", what is the LCS?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ADH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ABH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DFH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AEH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F5F7FF"/>
                </a:solidFill>
                <a:latin typeface="Aptos Display"/>
              </a:rPr>
              <a:t>SOLUTION: ADH appears in both strings in the same order and has maximum length 3.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28/30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Q29  |  LCS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 Display"/>
              </a:rPr>
              <a:t>What happens to LCS length if one string is empty?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It becomes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It becomes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It becomes the length of the other string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It is undefined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F5F7FF"/>
                </a:solidFill>
                <a:latin typeface="Aptos Display"/>
              </a:rPr>
              <a:t>SOLUTION: No non-empty subsequence can be common with an empty string.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29/30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Q30  |  LCS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 Display"/>
              </a:rPr>
              <a:t>What is the key difference between LCS and longest common substring?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LCS must be contiguous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Substring must be contiguous, while subsequence need not be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They are exactly the same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7FF"/>
                </a:solidFill>
                <a:latin typeface="Aptos Display"/>
              </a:rPr>
              <a:t>LCS requires sorted characters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F5F7FF"/>
                </a:solidFill>
                <a:latin typeface="Aptos Display"/>
              </a:rPr>
              <a:t>SOLUTION: A substring is contiguous; a subsequence preserves order but may skip characters.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30/30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50DC96"/>
                </a:solidFill>
                <a:latin typeface="Aptos Display"/>
              </a:rPr>
              <a:t>FINAL ANSWER KEY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3474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5F7FF"/>
                </a:solidFill>
                <a:latin typeface="Aptos Display"/>
              </a:rPr>
              <a:t>1-A  2-B  3-D  4-A  5-B  6-B  7-B  8-C  9-A  10-B  11-B  12-B  13-B  14-B  15-C  16-B  17-C  18-B  19-A  20-B  21-B  22-C  23-B  24-B  25-A  26-B  27-A  28-A  29-B  30-B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B1BCD7"/>
                </a:solidFill>
                <a:latin typeface="Aptos Display"/>
              </a:rPr>
              <a:t>All answers have been checked against the stated LCS recurrence and examples.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1649</Words>
  <Application>Microsoft Macintosh PowerPoint</Application>
  <PresentationFormat>Custom</PresentationFormat>
  <Paragraphs>397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Tanuja sahu</dc:creator>
  <dc:description>generated using python-pptx</dc:description>
  <cp:lastModifiedBy>User</cp:lastModifiedBy>
  <cp:revision>2</cp:revision>
  <dcterms:created xsi:type="dcterms:W3CDTF">2013-01-27T09:14:16Z</dcterms:created>
  <dcterms:modified xsi:type="dcterms:W3CDTF">2026-10-05T14:08:03Z</dcterms:modified>
</cp:coreProperties>
</file>