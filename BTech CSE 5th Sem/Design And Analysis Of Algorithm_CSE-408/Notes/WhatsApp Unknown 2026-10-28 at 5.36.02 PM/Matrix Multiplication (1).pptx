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Default Extension="png" ContentType="image/png"/>
  <Override PartName="/ppt/metadata" ContentType="application/binary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tableStyles.xml" ContentType="application/vnd.openxmlformats-officedocument.presentationml.tableStyles+xml"/>
  <Override PartName="/docProps/custom.xml" ContentType="application/vnd.openxmlformats-officedocument.custom-properties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3"/>
  </p:notesMasterIdLst>
  <p:sldIdLst>
    <p:sldId id="257" r:id="rId2"/>
    <p:sldId id="263" r:id="rId3"/>
    <p:sldId id="264" r:id="rId4"/>
    <p:sldId id="265" r:id="rId5"/>
    <p:sldId id="266" r:id="rId6"/>
    <p:sldId id="267" r:id="rId7"/>
    <p:sldId id="259" r:id="rId8"/>
    <p:sldId id="261" r:id="rId9"/>
    <p:sldId id="262" r:id="rId10"/>
    <p:sldId id="260" r:id="rId11"/>
    <p:sldId id="258" r:id="rId12"/>
  </p:sldIdLst>
  <p:sldSz cx="12192000" cy="6858000"/>
  <p:notesSz cx="12192000" cy="6858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57" roundtripDataSignature="AMtx7midHf0wgSwSeSxPAGwxiCigGM0Wp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F0B4972E-9C41-49FB-AF3A-7FD62418374F}">
  <a:tblStyle styleId="{F0B4972E-9C41-49FB-AF3A-7FD62418374F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DEEE8"/>
          </a:solidFill>
        </a:fill>
      </a:tcStyle>
    </a:wholeTbl>
    <a:band1H>
      <a:tcTxStyle/>
      <a:tcStyle>
        <a:tcBdr/>
        <a:fill>
          <a:solidFill>
            <a:srgbClr val="FCDCCE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FCDCCE"/>
          </a:solidFill>
        </a:fill>
      </a:tcStyle>
    </a:band1V>
    <a:band2V>
      <a:tcTxStyle/>
      <a:tcStyle>
        <a:tcBdr/>
      </a:tcStyle>
    </a:band2V>
    <a:lastCol>
      <a:tcTxStyle b="on" i="off"/>
      <a:tcStyle>
        <a:tcBdr/>
      </a:tcStyle>
    </a:lastCol>
    <a:firstCol>
      <a:tcTxStyle b="on" i="off"/>
      <a:tcStyle>
        <a:tcBdr/>
      </a:tcStyle>
    </a:firstCol>
    <a:lastRow>
      <a:tcTxStyle b="on" i="off"/>
      <a:tcStyle>
        <a:tcBdr>
          <a:top>
            <a:ln w="254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rgbClr val="FDEEE8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/>
      <a:tcStyle>
        <a:tcBdr/>
        <a:fill>
          <a:solidFill>
            <a:srgbClr val="FDEEE8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 snapToGrid="0">
      <p:cViewPr>
        <p:scale>
          <a:sx n="75" d="100"/>
          <a:sy n="75" d="100"/>
        </p:scale>
        <p:origin x="-946" y="-235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59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8" Type="http://schemas.openxmlformats.org/officeDocument/2006/relationships/presProps" Target="presProps.xml"/><Relationship Id="rId5" Type="http://schemas.openxmlformats.org/officeDocument/2006/relationships/slide" Target="slides/slide4.xml"/><Relationship Id="rId57" Type="http://customschemas.google.com/relationships/presentationmetadata" Target="metadata"/><Relationship Id="rId61" Type="http://schemas.openxmlformats.org/officeDocument/2006/relationships/tableStyles" Target="tableStyles.xml"/><Relationship Id="rId10" Type="http://schemas.openxmlformats.org/officeDocument/2006/relationships/slide" Target="slides/slide9.xml"/><Relationship Id="rId6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5283200" cy="344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6905625" y="0"/>
            <a:ext cx="5283200" cy="344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6513513"/>
            <a:ext cx="5283200" cy="344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sz="120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56"/>
          <p:cNvSpPr txBox="1">
            <a:spLocks noGrp="1"/>
          </p:cNvSpPr>
          <p:nvPr>
            <p:ph type="ftr" idx="11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56"/>
          <p:cNvSpPr txBox="1">
            <a:spLocks noGrp="1"/>
          </p:cNvSpPr>
          <p:nvPr>
            <p:ph type="dt" idx="10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56"/>
          <p:cNvSpPr txBox="1">
            <a:spLocks noGrp="1"/>
          </p:cNvSpPr>
          <p:nvPr>
            <p:ph type="sldNum" idx="12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5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51"/>
          <p:cNvSpPr/>
          <p:nvPr/>
        </p:nvSpPr>
        <p:spPr>
          <a:xfrm>
            <a:off x="2078608" y="431017"/>
            <a:ext cx="8107680" cy="46990"/>
          </a:xfrm>
          <a:custGeom>
            <a:avLst/>
            <a:gdLst/>
            <a:ahLst/>
            <a:cxnLst/>
            <a:rect l="l" t="t" r="r" b="b"/>
            <a:pathLst>
              <a:path w="8107680" h="46990" extrusionOk="0">
                <a:moveTo>
                  <a:pt x="8107299" y="0"/>
                </a:moveTo>
                <a:lnTo>
                  <a:pt x="0" y="0"/>
                </a:lnTo>
                <a:lnTo>
                  <a:pt x="0" y="46502"/>
                </a:lnTo>
                <a:lnTo>
                  <a:pt x="8107299" y="46502"/>
                </a:lnTo>
                <a:lnTo>
                  <a:pt x="8107299" y="0"/>
                </a:lnTo>
                <a:close/>
              </a:path>
            </a:pathLst>
          </a:custGeom>
          <a:solidFill>
            <a:srgbClr val="F47C35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12" name="Google Shape;12;p51"/>
          <p:cNvSpPr/>
          <p:nvPr/>
        </p:nvSpPr>
        <p:spPr>
          <a:xfrm>
            <a:off x="10773969" y="177825"/>
            <a:ext cx="1130300" cy="419100"/>
          </a:xfrm>
          <a:custGeom>
            <a:avLst/>
            <a:gdLst/>
            <a:ahLst/>
            <a:cxnLst/>
            <a:rect l="l" t="t" r="r" b="b"/>
            <a:pathLst>
              <a:path w="1130300" h="419100" extrusionOk="0">
                <a:moveTo>
                  <a:pt x="372783" y="369798"/>
                </a:moveTo>
                <a:lnTo>
                  <a:pt x="345173" y="307441"/>
                </a:lnTo>
                <a:lnTo>
                  <a:pt x="315607" y="240677"/>
                </a:lnTo>
                <a:lnTo>
                  <a:pt x="270141" y="138036"/>
                </a:lnTo>
                <a:lnTo>
                  <a:pt x="230797" y="49199"/>
                </a:lnTo>
                <a:lnTo>
                  <a:pt x="226568" y="49199"/>
                </a:lnTo>
                <a:lnTo>
                  <a:pt x="226568" y="240677"/>
                </a:lnTo>
                <a:lnTo>
                  <a:pt x="144259" y="240677"/>
                </a:lnTo>
                <a:lnTo>
                  <a:pt x="185420" y="138036"/>
                </a:lnTo>
                <a:lnTo>
                  <a:pt x="226568" y="240677"/>
                </a:lnTo>
                <a:lnTo>
                  <a:pt x="226568" y="49199"/>
                </a:lnTo>
                <a:lnTo>
                  <a:pt x="141439" y="49199"/>
                </a:lnTo>
                <a:lnTo>
                  <a:pt x="0" y="369798"/>
                </a:lnTo>
                <a:lnTo>
                  <a:pt x="92519" y="369798"/>
                </a:lnTo>
                <a:lnTo>
                  <a:pt x="117424" y="307441"/>
                </a:lnTo>
                <a:lnTo>
                  <a:pt x="253403" y="307441"/>
                </a:lnTo>
                <a:lnTo>
                  <a:pt x="278498" y="369798"/>
                </a:lnTo>
                <a:lnTo>
                  <a:pt x="372783" y="369798"/>
                </a:lnTo>
                <a:close/>
              </a:path>
              <a:path w="1130300" h="419100" extrusionOk="0">
                <a:moveTo>
                  <a:pt x="668235" y="181597"/>
                </a:moveTo>
                <a:lnTo>
                  <a:pt x="539673" y="181597"/>
                </a:lnTo>
                <a:lnTo>
                  <a:pt x="539673" y="54610"/>
                </a:lnTo>
                <a:lnTo>
                  <a:pt x="480517" y="54610"/>
                </a:lnTo>
                <a:lnTo>
                  <a:pt x="480517" y="181597"/>
                </a:lnTo>
                <a:lnTo>
                  <a:pt x="351955" y="181597"/>
                </a:lnTo>
                <a:lnTo>
                  <a:pt x="351955" y="237477"/>
                </a:lnTo>
                <a:lnTo>
                  <a:pt x="480517" y="237477"/>
                </a:lnTo>
                <a:lnTo>
                  <a:pt x="480517" y="364477"/>
                </a:lnTo>
                <a:lnTo>
                  <a:pt x="539673" y="364477"/>
                </a:lnTo>
                <a:lnTo>
                  <a:pt x="539673" y="237477"/>
                </a:lnTo>
                <a:lnTo>
                  <a:pt x="668235" y="237477"/>
                </a:lnTo>
                <a:lnTo>
                  <a:pt x="668235" y="181597"/>
                </a:lnTo>
                <a:close/>
              </a:path>
              <a:path w="1130300" h="419100" extrusionOk="0">
                <a:moveTo>
                  <a:pt x="1129703" y="173977"/>
                </a:moveTo>
                <a:lnTo>
                  <a:pt x="954151" y="173977"/>
                </a:lnTo>
                <a:lnTo>
                  <a:pt x="954151" y="0"/>
                </a:lnTo>
                <a:lnTo>
                  <a:pt x="876973" y="0"/>
                </a:lnTo>
                <a:lnTo>
                  <a:pt x="876973" y="173977"/>
                </a:lnTo>
                <a:lnTo>
                  <a:pt x="701611" y="173977"/>
                </a:lnTo>
                <a:lnTo>
                  <a:pt x="701611" y="246367"/>
                </a:lnTo>
                <a:lnTo>
                  <a:pt x="876973" y="246367"/>
                </a:lnTo>
                <a:lnTo>
                  <a:pt x="876973" y="419087"/>
                </a:lnTo>
                <a:lnTo>
                  <a:pt x="954151" y="419087"/>
                </a:lnTo>
                <a:lnTo>
                  <a:pt x="954151" y="246367"/>
                </a:lnTo>
                <a:lnTo>
                  <a:pt x="1129703" y="246367"/>
                </a:lnTo>
                <a:lnTo>
                  <a:pt x="1129703" y="173977"/>
                </a:lnTo>
                <a:close/>
              </a:path>
            </a:pathLst>
          </a:custGeom>
          <a:solidFill>
            <a:srgbClr val="D1242B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pic>
        <p:nvPicPr>
          <p:cNvPr id="13" name="Google Shape;13;p5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361076" y="348201"/>
            <a:ext cx="442561" cy="109507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4;p51"/>
          <p:cNvSpPr/>
          <p:nvPr/>
        </p:nvSpPr>
        <p:spPr>
          <a:xfrm>
            <a:off x="10355059" y="479094"/>
            <a:ext cx="312420" cy="62230"/>
          </a:xfrm>
          <a:custGeom>
            <a:avLst/>
            <a:gdLst/>
            <a:ahLst/>
            <a:cxnLst/>
            <a:rect l="l" t="t" r="r" b="b"/>
            <a:pathLst>
              <a:path w="312420" h="62229" extrusionOk="0">
                <a:moveTo>
                  <a:pt x="58458" y="25958"/>
                </a:moveTo>
                <a:lnTo>
                  <a:pt x="30911" y="25958"/>
                </a:lnTo>
                <a:lnTo>
                  <a:pt x="30911" y="38150"/>
                </a:lnTo>
                <a:lnTo>
                  <a:pt x="42748" y="38150"/>
                </a:lnTo>
                <a:lnTo>
                  <a:pt x="42748" y="45389"/>
                </a:lnTo>
                <a:lnTo>
                  <a:pt x="40271" y="46977"/>
                </a:lnTo>
                <a:lnTo>
                  <a:pt x="37096" y="47866"/>
                </a:lnTo>
                <a:lnTo>
                  <a:pt x="23672" y="47866"/>
                </a:lnTo>
                <a:lnTo>
                  <a:pt x="16954" y="40970"/>
                </a:lnTo>
                <a:lnTo>
                  <a:pt x="16954" y="22072"/>
                </a:lnTo>
                <a:lnTo>
                  <a:pt x="23495" y="14833"/>
                </a:lnTo>
                <a:lnTo>
                  <a:pt x="38150" y="14833"/>
                </a:lnTo>
                <a:lnTo>
                  <a:pt x="42392" y="16776"/>
                </a:lnTo>
                <a:lnTo>
                  <a:pt x="46634" y="20307"/>
                </a:lnTo>
                <a:lnTo>
                  <a:pt x="51193" y="14833"/>
                </a:lnTo>
                <a:lnTo>
                  <a:pt x="56337" y="8648"/>
                </a:lnTo>
                <a:lnTo>
                  <a:pt x="51346" y="4991"/>
                </a:lnTo>
                <a:lnTo>
                  <a:pt x="46024" y="2387"/>
                </a:lnTo>
                <a:lnTo>
                  <a:pt x="46240" y="2387"/>
                </a:lnTo>
                <a:lnTo>
                  <a:pt x="39433" y="571"/>
                </a:lnTo>
                <a:lnTo>
                  <a:pt x="32143" y="0"/>
                </a:lnTo>
                <a:lnTo>
                  <a:pt x="19304" y="2387"/>
                </a:lnTo>
                <a:lnTo>
                  <a:pt x="9118" y="8978"/>
                </a:lnTo>
                <a:lnTo>
                  <a:pt x="2425" y="18846"/>
                </a:lnTo>
                <a:lnTo>
                  <a:pt x="0" y="31076"/>
                </a:lnTo>
                <a:lnTo>
                  <a:pt x="0" y="31254"/>
                </a:lnTo>
                <a:lnTo>
                  <a:pt x="2451" y="43688"/>
                </a:lnTo>
                <a:lnTo>
                  <a:pt x="9232" y="53467"/>
                </a:lnTo>
                <a:lnTo>
                  <a:pt x="19519" y="59867"/>
                </a:lnTo>
                <a:lnTo>
                  <a:pt x="32499" y="62166"/>
                </a:lnTo>
                <a:lnTo>
                  <a:pt x="40208" y="61455"/>
                </a:lnTo>
                <a:lnTo>
                  <a:pt x="47142" y="59499"/>
                </a:lnTo>
                <a:lnTo>
                  <a:pt x="53238" y="56578"/>
                </a:lnTo>
                <a:lnTo>
                  <a:pt x="58458" y="52984"/>
                </a:lnTo>
                <a:lnTo>
                  <a:pt x="58458" y="47866"/>
                </a:lnTo>
                <a:lnTo>
                  <a:pt x="58458" y="25958"/>
                </a:lnTo>
                <a:close/>
              </a:path>
              <a:path w="312420" h="62229" extrusionOk="0">
                <a:moveTo>
                  <a:pt x="122567" y="60934"/>
                </a:moveTo>
                <a:lnTo>
                  <a:pt x="110197" y="42913"/>
                </a:lnTo>
                <a:lnTo>
                  <a:pt x="108254" y="40093"/>
                </a:lnTo>
                <a:lnTo>
                  <a:pt x="115684" y="36906"/>
                </a:lnTo>
                <a:lnTo>
                  <a:pt x="120624" y="30899"/>
                </a:lnTo>
                <a:lnTo>
                  <a:pt x="120624" y="29845"/>
                </a:lnTo>
                <a:lnTo>
                  <a:pt x="120561" y="15532"/>
                </a:lnTo>
                <a:lnTo>
                  <a:pt x="118859" y="11125"/>
                </a:lnTo>
                <a:lnTo>
                  <a:pt x="111264" y="3530"/>
                </a:lnTo>
                <a:lnTo>
                  <a:pt x="105079" y="1231"/>
                </a:lnTo>
                <a:lnTo>
                  <a:pt x="104025" y="1231"/>
                </a:lnTo>
                <a:lnTo>
                  <a:pt x="104025" y="17830"/>
                </a:lnTo>
                <a:lnTo>
                  <a:pt x="104025" y="27203"/>
                </a:lnTo>
                <a:lnTo>
                  <a:pt x="100672" y="29845"/>
                </a:lnTo>
                <a:lnTo>
                  <a:pt x="84239" y="29845"/>
                </a:lnTo>
                <a:lnTo>
                  <a:pt x="84239" y="15532"/>
                </a:lnTo>
                <a:lnTo>
                  <a:pt x="100495" y="15532"/>
                </a:lnTo>
                <a:lnTo>
                  <a:pt x="104025" y="17830"/>
                </a:lnTo>
                <a:lnTo>
                  <a:pt x="104025" y="1231"/>
                </a:lnTo>
                <a:lnTo>
                  <a:pt x="67640" y="1231"/>
                </a:lnTo>
                <a:lnTo>
                  <a:pt x="67640" y="60934"/>
                </a:lnTo>
                <a:lnTo>
                  <a:pt x="84239" y="60934"/>
                </a:lnTo>
                <a:lnTo>
                  <a:pt x="84239" y="42913"/>
                </a:lnTo>
                <a:lnTo>
                  <a:pt x="91490" y="42913"/>
                </a:lnTo>
                <a:lnTo>
                  <a:pt x="103492" y="60934"/>
                </a:lnTo>
                <a:lnTo>
                  <a:pt x="122567" y="60934"/>
                </a:lnTo>
                <a:close/>
              </a:path>
              <a:path w="312420" h="62229" extrusionOk="0">
                <a:moveTo>
                  <a:pt x="192671" y="60934"/>
                </a:moveTo>
                <a:lnTo>
                  <a:pt x="188201" y="50330"/>
                </a:lnTo>
                <a:lnTo>
                  <a:pt x="182753" y="37439"/>
                </a:lnTo>
                <a:lnTo>
                  <a:pt x="175526" y="20307"/>
                </a:lnTo>
                <a:lnTo>
                  <a:pt x="167246" y="698"/>
                </a:lnTo>
                <a:lnTo>
                  <a:pt x="165836" y="698"/>
                </a:lnTo>
                <a:lnTo>
                  <a:pt x="165836" y="37439"/>
                </a:lnTo>
                <a:lnTo>
                  <a:pt x="152412" y="37439"/>
                </a:lnTo>
                <a:lnTo>
                  <a:pt x="159118" y="20307"/>
                </a:lnTo>
                <a:lnTo>
                  <a:pt x="165836" y="37439"/>
                </a:lnTo>
                <a:lnTo>
                  <a:pt x="165836" y="698"/>
                </a:lnTo>
                <a:lnTo>
                  <a:pt x="151345" y="698"/>
                </a:lnTo>
                <a:lnTo>
                  <a:pt x="125920" y="60934"/>
                </a:lnTo>
                <a:lnTo>
                  <a:pt x="143408" y="60934"/>
                </a:lnTo>
                <a:lnTo>
                  <a:pt x="147650" y="50330"/>
                </a:lnTo>
                <a:lnTo>
                  <a:pt x="170599" y="50330"/>
                </a:lnTo>
                <a:lnTo>
                  <a:pt x="175018" y="60934"/>
                </a:lnTo>
                <a:lnTo>
                  <a:pt x="192671" y="60934"/>
                </a:lnTo>
                <a:close/>
              </a:path>
              <a:path w="312420" h="62229" extrusionOk="0">
                <a:moveTo>
                  <a:pt x="255358" y="30734"/>
                </a:moveTo>
                <a:lnTo>
                  <a:pt x="253098" y="18821"/>
                </a:lnTo>
                <a:lnTo>
                  <a:pt x="251028" y="15887"/>
                </a:lnTo>
                <a:lnTo>
                  <a:pt x="246519" y="9486"/>
                </a:lnTo>
                <a:lnTo>
                  <a:pt x="238417" y="4838"/>
                </a:lnTo>
                <a:lnTo>
                  <a:pt x="238417" y="21361"/>
                </a:lnTo>
                <a:lnTo>
                  <a:pt x="238417" y="40792"/>
                </a:lnTo>
                <a:lnTo>
                  <a:pt x="231876" y="46278"/>
                </a:lnTo>
                <a:lnTo>
                  <a:pt x="215099" y="46278"/>
                </a:lnTo>
                <a:lnTo>
                  <a:pt x="215099" y="15887"/>
                </a:lnTo>
                <a:lnTo>
                  <a:pt x="231876" y="15887"/>
                </a:lnTo>
                <a:lnTo>
                  <a:pt x="238417" y="21361"/>
                </a:lnTo>
                <a:lnTo>
                  <a:pt x="238417" y="4838"/>
                </a:lnTo>
                <a:lnTo>
                  <a:pt x="235927" y="3403"/>
                </a:lnTo>
                <a:lnTo>
                  <a:pt x="221640" y="1231"/>
                </a:lnTo>
                <a:lnTo>
                  <a:pt x="198501" y="1231"/>
                </a:lnTo>
                <a:lnTo>
                  <a:pt x="198501" y="60934"/>
                </a:lnTo>
                <a:lnTo>
                  <a:pt x="221284" y="60934"/>
                </a:lnTo>
                <a:lnTo>
                  <a:pt x="255358" y="30899"/>
                </a:lnTo>
                <a:lnTo>
                  <a:pt x="255358" y="30734"/>
                </a:lnTo>
                <a:close/>
              </a:path>
              <a:path w="312420" h="62229" extrusionOk="0">
                <a:moveTo>
                  <a:pt x="312407" y="46799"/>
                </a:moveTo>
                <a:lnTo>
                  <a:pt x="280276" y="46799"/>
                </a:lnTo>
                <a:lnTo>
                  <a:pt x="280276" y="37439"/>
                </a:lnTo>
                <a:lnTo>
                  <a:pt x="308876" y="37439"/>
                </a:lnTo>
                <a:lnTo>
                  <a:pt x="308876" y="24371"/>
                </a:lnTo>
                <a:lnTo>
                  <a:pt x="280276" y="24371"/>
                </a:lnTo>
                <a:lnTo>
                  <a:pt x="280276" y="15189"/>
                </a:lnTo>
                <a:lnTo>
                  <a:pt x="311886" y="15189"/>
                </a:lnTo>
                <a:lnTo>
                  <a:pt x="311886" y="1231"/>
                </a:lnTo>
                <a:lnTo>
                  <a:pt x="263842" y="1231"/>
                </a:lnTo>
                <a:lnTo>
                  <a:pt x="263842" y="60934"/>
                </a:lnTo>
                <a:lnTo>
                  <a:pt x="312407" y="60934"/>
                </a:lnTo>
                <a:lnTo>
                  <a:pt x="312407" y="46799"/>
                </a:lnTo>
                <a:close/>
              </a:path>
            </a:pathLst>
          </a:custGeom>
          <a:solidFill>
            <a:srgbClr val="221F1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15" name="Google Shape;15;p51"/>
          <p:cNvSpPr/>
          <p:nvPr/>
        </p:nvSpPr>
        <p:spPr>
          <a:xfrm>
            <a:off x="910455" y="279666"/>
            <a:ext cx="301625" cy="300355"/>
          </a:xfrm>
          <a:custGeom>
            <a:avLst/>
            <a:gdLst/>
            <a:ahLst/>
            <a:cxnLst/>
            <a:rect l="l" t="t" r="r" b="b"/>
            <a:pathLst>
              <a:path w="301625" h="300355" extrusionOk="0">
                <a:moveTo>
                  <a:pt x="301063" y="0"/>
                </a:moveTo>
                <a:lnTo>
                  <a:pt x="0" y="0"/>
                </a:lnTo>
                <a:lnTo>
                  <a:pt x="0" y="300159"/>
                </a:lnTo>
                <a:lnTo>
                  <a:pt x="301063" y="300159"/>
                </a:lnTo>
                <a:lnTo>
                  <a:pt x="301063" y="0"/>
                </a:lnTo>
                <a:close/>
              </a:path>
            </a:pathLst>
          </a:custGeom>
          <a:solidFill>
            <a:srgbClr val="F3701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16" name="Google Shape;16;p51"/>
          <p:cNvSpPr/>
          <p:nvPr/>
        </p:nvSpPr>
        <p:spPr>
          <a:xfrm>
            <a:off x="905586" y="274065"/>
            <a:ext cx="311150" cy="311150"/>
          </a:xfrm>
          <a:custGeom>
            <a:avLst/>
            <a:gdLst/>
            <a:ahLst/>
            <a:cxnLst/>
            <a:rect l="l" t="t" r="r" b="b"/>
            <a:pathLst>
              <a:path w="311150" h="311150" extrusionOk="0">
                <a:moveTo>
                  <a:pt x="201828" y="230860"/>
                </a:moveTo>
                <a:lnTo>
                  <a:pt x="108331" y="230860"/>
                </a:lnTo>
                <a:lnTo>
                  <a:pt x="108331" y="46939"/>
                </a:lnTo>
                <a:lnTo>
                  <a:pt x="79933" y="46939"/>
                </a:lnTo>
                <a:lnTo>
                  <a:pt x="79933" y="230860"/>
                </a:lnTo>
                <a:lnTo>
                  <a:pt x="79933" y="253695"/>
                </a:lnTo>
                <a:lnTo>
                  <a:pt x="201828" y="253695"/>
                </a:lnTo>
                <a:lnTo>
                  <a:pt x="201828" y="230860"/>
                </a:lnTo>
                <a:close/>
              </a:path>
              <a:path w="311150" h="311150" extrusionOk="0">
                <a:moveTo>
                  <a:pt x="310819" y="0"/>
                </a:moveTo>
                <a:lnTo>
                  <a:pt x="0" y="0"/>
                </a:lnTo>
                <a:lnTo>
                  <a:pt x="0" y="10147"/>
                </a:lnTo>
                <a:lnTo>
                  <a:pt x="0" y="300621"/>
                </a:lnTo>
                <a:lnTo>
                  <a:pt x="0" y="310769"/>
                </a:lnTo>
                <a:lnTo>
                  <a:pt x="310819" y="310769"/>
                </a:lnTo>
                <a:lnTo>
                  <a:pt x="310819" y="300697"/>
                </a:lnTo>
                <a:lnTo>
                  <a:pt x="310819" y="10680"/>
                </a:lnTo>
                <a:lnTo>
                  <a:pt x="300837" y="10680"/>
                </a:lnTo>
                <a:lnTo>
                  <a:pt x="300837" y="300621"/>
                </a:lnTo>
                <a:lnTo>
                  <a:pt x="9956" y="300621"/>
                </a:lnTo>
                <a:lnTo>
                  <a:pt x="9956" y="10147"/>
                </a:lnTo>
                <a:lnTo>
                  <a:pt x="310819" y="10147"/>
                </a:lnTo>
                <a:lnTo>
                  <a:pt x="310819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17" name="Google Shape;17;p51"/>
          <p:cNvSpPr/>
          <p:nvPr/>
        </p:nvSpPr>
        <p:spPr>
          <a:xfrm>
            <a:off x="1257730" y="279046"/>
            <a:ext cx="300990" cy="300355"/>
          </a:xfrm>
          <a:custGeom>
            <a:avLst/>
            <a:gdLst/>
            <a:ahLst/>
            <a:cxnLst/>
            <a:rect l="l" t="t" r="r" b="b"/>
            <a:pathLst>
              <a:path w="300990" h="300355" extrusionOk="0">
                <a:moveTo>
                  <a:pt x="300837" y="0"/>
                </a:moveTo>
                <a:lnTo>
                  <a:pt x="0" y="0"/>
                </a:lnTo>
                <a:lnTo>
                  <a:pt x="0" y="299934"/>
                </a:lnTo>
                <a:lnTo>
                  <a:pt x="300837" y="299934"/>
                </a:lnTo>
                <a:lnTo>
                  <a:pt x="300837" y="0"/>
                </a:lnTo>
                <a:close/>
              </a:path>
            </a:pathLst>
          </a:custGeom>
          <a:solidFill>
            <a:srgbClr val="F3701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18" name="Google Shape;18;p51"/>
          <p:cNvSpPr/>
          <p:nvPr/>
        </p:nvSpPr>
        <p:spPr>
          <a:xfrm>
            <a:off x="1252867" y="274065"/>
            <a:ext cx="311150" cy="309880"/>
          </a:xfrm>
          <a:custGeom>
            <a:avLst/>
            <a:gdLst/>
            <a:ahLst/>
            <a:cxnLst/>
            <a:rect l="l" t="t" r="r" b="b"/>
            <a:pathLst>
              <a:path w="311150" h="309880" extrusionOk="0">
                <a:moveTo>
                  <a:pt x="310807" y="0"/>
                </a:moveTo>
                <a:lnTo>
                  <a:pt x="0" y="0"/>
                </a:lnTo>
                <a:lnTo>
                  <a:pt x="0" y="10147"/>
                </a:lnTo>
                <a:lnTo>
                  <a:pt x="0" y="300621"/>
                </a:lnTo>
                <a:lnTo>
                  <a:pt x="0" y="309499"/>
                </a:lnTo>
                <a:lnTo>
                  <a:pt x="310807" y="309499"/>
                </a:lnTo>
                <a:lnTo>
                  <a:pt x="310807" y="300621"/>
                </a:lnTo>
                <a:lnTo>
                  <a:pt x="9944" y="300621"/>
                </a:lnTo>
                <a:lnTo>
                  <a:pt x="9944" y="10147"/>
                </a:lnTo>
                <a:lnTo>
                  <a:pt x="300837" y="10147"/>
                </a:lnTo>
                <a:lnTo>
                  <a:pt x="300837" y="300050"/>
                </a:lnTo>
                <a:lnTo>
                  <a:pt x="310807" y="300050"/>
                </a:lnTo>
                <a:lnTo>
                  <a:pt x="310807" y="10147"/>
                </a:lnTo>
                <a:lnTo>
                  <a:pt x="310807" y="9829"/>
                </a:lnTo>
                <a:lnTo>
                  <a:pt x="310807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pic>
        <p:nvPicPr>
          <p:cNvPr id="19" name="Google Shape;19;p5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332996" y="319025"/>
            <a:ext cx="134619" cy="208343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51"/>
          <p:cNvSpPr/>
          <p:nvPr/>
        </p:nvSpPr>
        <p:spPr>
          <a:xfrm>
            <a:off x="1605005" y="278200"/>
            <a:ext cx="300990" cy="300355"/>
          </a:xfrm>
          <a:custGeom>
            <a:avLst/>
            <a:gdLst/>
            <a:ahLst/>
            <a:cxnLst/>
            <a:rect l="l" t="t" r="r" b="b"/>
            <a:pathLst>
              <a:path w="300989" h="300355" extrusionOk="0">
                <a:moveTo>
                  <a:pt x="300837" y="0"/>
                </a:moveTo>
                <a:lnTo>
                  <a:pt x="0" y="0"/>
                </a:lnTo>
                <a:lnTo>
                  <a:pt x="0" y="300145"/>
                </a:lnTo>
                <a:lnTo>
                  <a:pt x="300837" y="300145"/>
                </a:lnTo>
                <a:lnTo>
                  <a:pt x="300837" y="0"/>
                </a:lnTo>
                <a:close/>
              </a:path>
            </a:pathLst>
          </a:custGeom>
          <a:solidFill>
            <a:srgbClr val="F3701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21" name="Google Shape;21;p51"/>
          <p:cNvSpPr/>
          <p:nvPr/>
        </p:nvSpPr>
        <p:spPr>
          <a:xfrm>
            <a:off x="1599907" y="272808"/>
            <a:ext cx="311150" cy="311150"/>
          </a:xfrm>
          <a:custGeom>
            <a:avLst/>
            <a:gdLst/>
            <a:ahLst/>
            <a:cxnLst/>
            <a:rect l="l" t="t" r="r" b="b"/>
            <a:pathLst>
              <a:path w="311150" h="311150" extrusionOk="0">
                <a:moveTo>
                  <a:pt x="311023" y="10477"/>
                </a:moveTo>
                <a:lnTo>
                  <a:pt x="300837" y="10477"/>
                </a:lnTo>
                <a:lnTo>
                  <a:pt x="300837" y="300469"/>
                </a:lnTo>
                <a:lnTo>
                  <a:pt x="311023" y="300469"/>
                </a:lnTo>
                <a:lnTo>
                  <a:pt x="311023" y="10477"/>
                </a:lnTo>
                <a:close/>
              </a:path>
              <a:path w="311150" h="311150" extrusionOk="0">
                <a:moveTo>
                  <a:pt x="311023" y="0"/>
                </a:moveTo>
                <a:lnTo>
                  <a:pt x="0" y="0"/>
                </a:lnTo>
                <a:lnTo>
                  <a:pt x="0" y="10147"/>
                </a:lnTo>
                <a:lnTo>
                  <a:pt x="0" y="300609"/>
                </a:lnTo>
                <a:lnTo>
                  <a:pt x="0" y="310756"/>
                </a:lnTo>
                <a:lnTo>
                  <a:pt x="311023" y="310756"/>
                </a:lnTo>
                <a:lnTo>
                  <a:pt x="311023" y="300609"/>
                </a:lnTo>
                <a:lnTo>
                  <a:pt x="10172" y="300609"/>
                </a:lnTo>
                <a:lnTo>
                  <a:pt x="10172" y="10147"/>
                </a:lnTo>
                <a:lnTo>
                  <a:pt x="311023" y="10147"/>
                </a:lnTo>
                <a:lnTo>
                  <a:pt x="311023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pic>
        <p:nvPicPr>
          <p:cNvPr id="22" name="Google Shape;22;p51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679847" y="320294"/>
            <a:ext cx="161356" cy="21003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" name="Google Shape;23;p51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328282" y="176448"/>
            <a:ext cx="507133" cy="505332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24;p51"/>
          <p:cNvSpPr/>
          <p:nvPr/>
        </p:nvSpPr>
        <p:spPr>
          <a:xfrm>
            <a:off x="0" y="6778867"/>
            <a:ext cx="12192000" cy="79375"/>
          </a:xfrm>
          <a:custGeom>
            <a:avLst/>
            <a:gdLst/>
            <a:ahLst/>
            <a:cxnLst/>
            <a:rect l="l" t="t" r="r" b="b"/>
            <a:pathLst>
              <a:path w="12192000" h="79375" extrusionOk="0">
                <a:moveTo>
                  <a:pt x="12192000" y="0"/>
                </a:moveTo>
                <a:lnTo>
                  <a:pt x="0" y="0"/>
                </a:lnTo>
                <a:lnTo>
                  <a:pt x="0" y="79131"/>
                </a:lnTo>
                <a:lnTo>
                  <a:pt x="12192000" y="79131"/>
                </a:lnTo>
                <a:lnTo>
                  <a:pt x="12192000" y="0"/>
                </a:lnTo>
                <a:close/>
              </a:path>
            </a:pathLst>
          </a:custGeom>
          <a:solidFill>
            <a:srgbClr val="EC771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25" name="Google Shape;25;p51"/>
          <p:cNvSpPr txBox="1">
            <a:spLocks noGrp="1"/>
          </p:cNvSpPr>
          <p:nvPr>
            <p:ph type="title"/>
          </p:nvPr>
        </p:nvSpPr>
        <p:spPr>
          <a:xfrm>
            <a:off x="916939" y="413765"/>
            <a:ext cx="10146563" cy="13048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6" name="Google Shape;26;p51"/>
          <p:cNvSpPr txBox="1">
            <a:spLocks noGrp="1"/>
          </p:cNvSpPr>
          <p:nvPr>
            <p:ph type="body" idx="1"/>
          </p:nvPr>
        </p:nvSpPr>
        <p:spPr>
          <a:xfrm>
            <a:off x="916939" y="1691462"/>
            <a:ext cx="10358120" cy="3642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7" name="Google Shape;27;p51"/>
          <p:cNvSpPr txBox="1">
            <a:spLocks noGrp="1"/>
          </p:cNvSpPr>
          <p:nvPr>
            <p:ph type="ftr" idx="11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8" name="Google Shape;28;p51"/>
          <p:cNvSpPr txBox="1">
            <a:spLocks noGrp="1"/>
          </p:cNvSpPr>
          <p:nvPr>
            <p:ph type="dt" idx="10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9" name="Google Shape;29;p51"/>
          <p:cNvSpPr txBox="1">
            <a:spLocks noGrp="1"/>
          </p:cNvSpPr>
          <p:nvPr>
            <p:ph type="sldNum" idx="12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1pPr>
            <a:lvl2pPr lvl="1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2pPr>
            <a:lvl3pPr lvl="2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3pPr>
            <a:lvl4pPr lvl="3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4pPr>
            <a:lvl5pPr lvl="4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5pPr>
            <a:lvl6pPr lvl="5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6pPr>
            <a:lvl7pPr lvl="6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7pPr>
            <a:lvl8pPr lvl="7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8pPr>
            <a:lvl9pPr lvl="8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3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686560" y="777239"/>
            <a:ext cx="8981440" cy="57835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62940" y="868679"/>
            <a:ext cx="10858499" cy="56692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97827" y="741680"/>
            <a:ext cx="11496993" cy="59842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 descr="C:\Users\User\Downloads\WhatsApp Image 2026-08-25 at 22.47.40.jpe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16000" y="1158875"/>
            <a:ext cx="10160000" cy="454025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61340" y="695959"/>
            <a:ext cx="10828020" cy="59588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98220" y="868680"/>
            <a:ext cx="10386060" cy="55778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493520" y="615316"/>
            <a:ext cx="9250680" cy="59836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173480" y="594359"/>
            <a:ext cx="10195560" cy="61417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645919" y="640079"/>
            <a:ext cx="8839201" cy="58369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11243</TotalTime>
  <Words>0</Words>
  <PresentationFormat>Custom</PresentationFormat>
  <Paragraphs>0</Paragraphs>
  <Slides>11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Trisha Mahajan</dc:creator>
  <cp:lastModifiedBy>User</cp:lastModifiedBy>
  <cp:revision>140</cp:revision>
  <dcterms:created xsi:type="dcterms:W3CDTF">2026-07-14T05:28:55Z</dcterms:created>
  <dcterms:modified xsi:type="dcterms:W3CDTF">2026-08-31T05:47:56Z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2026-01-17T00:00:00Z</vt:filetime>
  </property>
  <property fmtid="{D5CDD505-2E9C-101B-9397-08002B2CF9AE}" pid="4" name="Creator">
    <vt:lpwstr>Microsoft® PowerPoint® 2021</vt:lpwstr>
  </property>
  <property fmtid="{D5CDD505-2E9C-101B-9397-08002B2CF9AE}" pid="5" name="LastSaved">
    <vt:filetime>2026-07-14T00:00:00Z</vt:filetime>
  </property>
  <property fmtid="{D5CDD505-2E9C-101B-9397-08002B2CF9AE}" pid="6" name="Producer">
    <vt:lpwstr>Microsoft® PowerPoint® 2021</vt:lpwstr>
  </property>
</Properties>
</file>