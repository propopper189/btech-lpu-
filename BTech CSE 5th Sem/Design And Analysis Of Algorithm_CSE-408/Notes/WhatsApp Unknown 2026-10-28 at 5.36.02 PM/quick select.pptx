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68" r:id="rId3"/>
    <p:sldId id="257" r:id="rId4"/>
    <p:sldId id="260" r:id="rId5"/>
    <p:sldId id="258" r:id="rId6"/>
    <p:sldId id="262" r:id="rId7"/>
    <p:sldId id="263" r:id="rId8"/>
    <p:sldId id="265" r:id="rId9"/>
    <p:sldId id="267" r:id="rId10"/>
    <p:sldId id="266" r:id="rId11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idHf0wgSwSeSxPAGwxiCigGM0W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F0B4972E-9C41-49FB-AF3A-7FD62418374F}">
  <a:tblStyle styleId="{F0B4972E-9C41-49FB-AF3A-7FD62418374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EE8"/>
          </a:solidFill>
        </a:fill>
      </a:tcStyle>
    </a:wholeTbl>
    <a:band1H>
      <a:tcTxStyle/>
      <a:tcStyle>
        <a:tcBdr/>
        <a:fill>
          <a:solidFill>
            <a:srgbClr val="FCDC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CDC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EE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DEE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1"/>
          <p:cNvSpPr/>
          <p:nvPr/>
        </p:nvSpPr>
        <p:spPr>
          <a:xfrm>
            <a:off x="2078608" y="431017"/>
            <a:ext cx="8107680" cy="46990"/>
          </a:xfrm>
          <a:custGeom>
            <a:avLst/>
            <a:gdLst/>
            <a:ahLst/>
            <a:cxnLst/>
            <a:rect l="l" t="t" r="r" b="b"/>
            <a:pathLst>
              <a:path w="8107680" h="46990" extrusionOk="0">
                <a:moveTo>
                  <a:pt x="8107299" y="0"/>
                </a:moveTo>
                <a:lnTo>
                  <a:pt x="0" y="0"/>
                </a:lnTo>
                <a:lnTo>
                  <a:pt x="0" y="46502"/>
                </a:lnTo>
                <a:lnTo>
                  <a:pt x="8107299" y="46502"/>
                </a:lnTo>
                <a:lnTo>
                  <a:pt x="8107299" y="0"/>
                </a:lnTo>
                <a:close/>
              </a:path>
            </a:pathLst>
          </a:custGeom>
          <a:solidFill>
            <a:srgbClr val="F47C3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Google Shape;12;p51"/>
          <p:cNvSpPr/>
          <p:nvPr/>
        </p:nvSpPr>
        <p:spPr>
          <a:xfrm>
            <a:off x="10773969" y="177825"/>
            <a:ext cx="1130300" cy="419100"/>
          </a:xfrm>
          <a:custGeom>
            <a:avLst/>
            <a:gdLst/>
            <a:ahLst/>
            <a:cxnLst/>
            <a:rect l="l" t="t" r="r" b="b"/>
            <a:pathLst>
              <a:path w="1130300" h="419100" extrusionOk="0">
                <a:moveTo>
                  <a:pt x="372783" y="369798"/>
                </a:moveTo>
                <a:lnTo>
                  <a:pt x="345173" y="307441"/>
                </a:lnTo>
                <a:lnTo>
                  <a:pt x="315607" y="240677"/>
                </a:lnTo>
                <a:lnTo>
                  <a:pt x="270141" y="138036"/>
                </a:lnTo>
                <a:lnTo>
                  <a:pt x="230797" y="49199"/>
                </a:lnTo>
                <a:lnTo>
                  <a:pt x="226568" y="49199"/>
                </a:lnTo>
                <a:lnTo>
                  <a:pt x="226568" y="240677"/>
                </a:lnTo>
                <a:lnTo>
                  <a:pt x="144259" y="240677"/>
                </a:lnTo>
                <a:lnTo>
                  <a:pt x="185420" y="138036"/>
                </a:lnTo>
                <a:lnTo>
                  <a:pt x="226568" y="240677"/>
                </a:lnTo>
                <a:lnTo>
                  <a:pt x="226568" y="49199"/>
                </a:lnTo>
                <a:lnTo>
                  <a:pt x="141439" y="49199"/>
                </a:lnTo>
                <a:lnTo>
                  <a:pt x="0" y="369798"/>
                </a:lnTo>
                <a:lnTo>
                  <a:pt x="92519" y="369798"/>
                </a:lnTo>
                <a:lnTo>
                  <a:pt x="117424" y="307441"/>
                </a:lnTo>
                <a:lnTo>
                  <a:pt x="253403" y="307441"/>
                </a:lnTo>
                <a:lnTo>
                  <a:pt x="278498" y="369798"/>
                </a:lnTo>
                <a:lnTo>
                  <a:pt x="372783" y="369798"/>
                </a:lnTo>
                <a:close/>
              </a:path>
              <a:path w="1130300" h="419100" extrusionOk="0">
                <a:moveTo>
                  <a:pt x="668235" y="181597"/>
                </a:moveTo>
                <a:lnTo>
                  <a:pt x="539673" y="181597"/>
                </a:lnTo>
                <a:lnTo>
                  <a:pt x="539673" y="54610"/>
                </a:lnTo>
                <a:lnTo>
                  <a:pt x="480517" y="54610"/>
                </a:lnTo>
                <a:lnTo>
                  <a:pt x="480517" y="181597"/>
                </a:lnTo>
                <a:lnTo>
                  <a:pt x="351955" y="181597"/>
                </a:lnTo>
                <a:lnTo>
                  <a:pt x="351955" y="237477"/>
                </a:lnTo>
                <a:lnTo>
                  <a:pt x="480517" y="237477"/>
                </a:lnTo>
                <a:lnTo>
                  <a:pt x="480517" y="364477"/>
                </a:lnTo>
                <a:lnTo>
                  <a:pt x="539673" y="364477"/>
                </a:lnTo>
                <a:lnTo>
                  <a:pt x="539673" y="237477"/>
                </a:lnTo>
                <a:lnTo>
                  <a:pt x="668235" y="237477"/>
                </a:lnTo>
                <a:lnTo>
                  <a:pt x="668235" y="181597"/>
                </a:lnTo>
                <a:close/>
              </a:path>
              <a:path w="1130300" h="419100" extrusionOk="0">
                <a:moveTo>
                  <a:pt x="1129703" y="173977"/>
                </a:moveTo>
                <a:lnTo>
                  <a:pt x="954151" y="173977"/>
                </a:lnTo>
                <a:lnTo>
                  <a:pt x="954151" y="0"/>
                </a:lnTo>
                <a:lnTo>
                  <a:pt x="876973" y="0"/>
                </a:lnTo>
                <a:lnTo>
                  <a:pt x="876973" y="173977"/>
                </a:lnTo>
                <a:lnTo>
                  <a:pt x="701611" y="173977"/>
                </a:lnTo>
                <a:lnTo>
                  <a:pt x="701611" y="246367"/>
                </a:lnTo>
                <a:lnTo>
                  <a:pt x="876973" y="246367"/>
                </a:lnTo>
                <a:lnTo>
                  <a:pt x="876973" y="419087"/>
                </a:lnTo>
                <a:lnTo>
                  <a:pt x="954151" y="419087"/>
                </a:lnTo>
                <a:lnTo>
                  <a:pt x="954151" y="246367"/>
                </a:lnTo>
                <a:lnTo>
                  <a:pt x="1129703" y="246367"/>
                </a:lnTo>
                <a:lnTo>
                  <a:pt x="1129703" y="173977"/>
                </a:lnTo>
                <a:close/>
              </a:path>
            </a:pathLst>
          </a:custGeom>
          <a:solidFill>
            <a:srgbClr val="D1242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3" name="Google Shape;13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1076" y="348201"/>
            <a:ext cx="442561" cy="1095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1"/>
          <p:cNvSpPr/>
          <p:nvPr/>
        </p:nvSpPr>
        <p:spPr>
          <a:xfrm>
            <a:off x="10355059" y="479094"/>
            <a:ext cx="312420" cy="62230"/>
          </a:xfrm>
          <a:custGeom>
            <a:avLst/>
            <a:gdLst/>
            <a:ahLst/>
            <a:cxnLst/>
            <a:rect l="l" t="t" r="r" b="b"/>
            <a:pathLst>
              <a:path w="312420" h="62229" extrusionOk="0">
                <a:moveTo>
                  <a:pt x="58458" y="25958"/>
                </a:moveTo>
                <a:lnTo>
                  <a:pt x="30911" y="25958"/>
                </a:lnTo>
                <a:lnTo>
                  <a:pt x="30911" y="38150"/>
                </a:lnTo>
                <a:lnTo>
                  <a:pt x="42748" y="38150"/>
                </a:lnTo>
                <a:lnTo>
                  <a:pt x="42748" y="45389"/>
                </a:lnTo>
                <a:lnTo>
                  <a:pt x="40271" y="46977"/>
                </a:lnTo>
                <a:lnTo>
                  <a:pt x="37096" y="47866"/>
                </a:lnTo>
                <a:lnTo>
                  <a:pt x="23672" y="47866"/>
                </a:lnTo>
                <a:lnTo>
                  <a:pt x="16954" y="40970"/>
                </a:lnTo>
                <a:lnTo>
                  <a:pt x="16954" y="22072"/>
                </a:lnTo>
                <a:lnTo>
                  <a:pt x="23495" y="14833"/>
                </a:lnTo>
                <a:lnTo>
                  <a:pt x="38150" y="14833"/>
                </a:lnTo>
                <a:lnTo>
                  <a:pt x="42392" y="16776"/>
                </a:lnTo>
                <a:lnTo>
                  <a:pt x="46634" y="20307"/>
                </a:lnTo>
                <a:lnTo>
                  <a:pt x="51193" y="14833"/>
                </a:lnTo>
                <a:lnTo>
                  <a:pt x="56337" y="8648"/>
                </a:lnTo>
                <a:lnTo>
                  <a:pt x="51346" y="4991"/>
                </a:lnTo>
                <a:lnTo>
                  <a:pt x="46024" y="2387"/>
                </a:lnTo>
                <a:lnTo>
                  <a:pt x="46240" y="2387"/>
                </a:lnTo>
                <a:lnTo>
                  <a:pt x="39433" y="571"/>
                </a:lnTo>
                <a:lnTo>
                  <a:pt x="32143" y="0"/>
                </a:lnTo>
                <a:lnTo>
                  <a:pt x="19304" y="2387"/>
                </a:lnTo>
                <a:lnTo>
                  <a:pt x="9118" y="8978"/>
                </a:lnTo>
                <a:lnTo>
                  <a:pt x="2425" y="18846"/>
                </a:lnTo>
                <a:lnTo>
                  <a:pt x="0" y="31076"/>
                </a:lnTo>
                <a:lnTo>
                  <a:pt x="0" y="31254"/>
                </a:lnTo>
                <a:lnTo>
                  <a:pt x="2451" y="43688"/>
                </a:lnTo>
                <a:lnTo>
                  <a:pt x="9232" y="53467"/>
                </a:lnTo>
                <a:lnTo>
                  <a:pt x="19519" y="59867"/>
                </a:lnTo>
                <a:lnTo>
                  <a:pt x="32499" y="62166"/>
                </a:lnTo>
                <a:lnTo>
                  <a:pt x="40208" y="61455"/>
                </a:lnTo>
                <a:lnTo>
                  <a:pt x="47142" y="59499"/>
                </a:lnTo>
                <a:lnTo>
                  <a:pt x="53238" y="56578"/>
                </a:lnTo>
                <a:lnTo>
                  <a:pt x="58458" y="52984"/>
                </a:lnTo>
                <a:lnTo>
                  <a:pt x="58458" y="47866"/>
                </a:lnTo>
                <a:lnTo>
                  <a:pt x="58458" y="25958"/>
                </a:lnTo>
                <a:close/>
              </a:path>
              <a:path w="312420" h="62229" extrusionOk="0">
                <a:moveTo>
                  <a:pt x="122567" y="60934"/>
                </a:moveTo>
                <a:lnTo>
                  <a:pt x="110197" y="42913"/>
                </a:lnTo>
                <a:lnTo>
                  <a:pt x="108254" y="40093"/>
                </a:lnTo>
                <a:lnTo>
                  <a:pt x="115684" y="36906"/>
                </a:lnTo>
                <a:lnTo>
                  <a:pt x="120624" y="30899"/>
                </a:lnTo>
                <a:lnTo>
                  <a:pt x="120624" y="29845"/>
                </a:lnTo>
                <a:lnTo>
                  <a:pt x="120561" y="15532"/>
                </a:lnTo>
                <a:lnTo>
                  <a:pt x="118859" y="11125"/>
                </a:lnTo>
                <a:lnTo>
                  <a:pt x="111264" y="3530"/>
                </a:lnTo>
                <a:lnTo>
                  <a:pt x="105079" y="1231"/>
                </a:lnTo>
                <a:lnTo>
                  <a:pt x="104025" y="1231"/>
                </a:lnTo>
                <a:lnTo>
                  <a:pt x="104025" y="17830"/>
                </a:lnTo>
                <a:lnTo>
                  <a:pt x="104025" y="27203"/>
                </a:lnTo>
                <a:lnTo>
                  <a:pt x="100672" y="29845"/>
                </a:lnTo>
                <a:lnTo>
                  <a:pt x="84239" y="29845"/>
                </a:lnTo>
                <a:lnTo>
                  <a:pt x="84239" y="15532"/>
                </a:lnTo>
                <a:lnTo>
                  <a:pt x="100495" y="15532"/>
                </a:lnTo>
                <a:lnTo>
                  <a:pt x="104025" y="17830"/>
                </a:lnTo>
                <a:lnTo>
                  <a:pt x="104025" y="1231"/>
                </a:lnTo>
                <a:lnTo>
                  <a:pt x="67640" y="1231"/>
                </a:lnTo>
                <a:lnTo>
                  <a:pt x="67640" y="60934"/>
                </a:lnTo>
                <a:lnTo>
                  <a:pt x="84239" y="60934"/>
                </a:lnTo>
                <a:lnTo>
                  <a:pt x="84239" y="42913"/>
                </a:lnTo>
                <a:lnTo>
                  <a:pt x="91490" y="42913"/>
                </a:lnTo>
                <a:lnTo>
                  <a:pt x="103492" y="60934"/>
                </a:lnTo>
                <a:lnTo>
                  <a:pt x="122567" y="60934"/>
                </a:lnTo>
                <a:close/>
              </a:path>
              <a:path w="312420" h="62229" extrusionOk="0">
                <a:moveTo>
                  <a:pt x="192671" y="60934"/>
                </a:moveTo>
                <a:lnTo>
                  <a:pt x="188201" y="50330"/>
                </a:lnTo>
                <a:lnTo>
                  <a:pt x="182753" y="37439"/>
                </a:lnTo>
                <a:lnTo>
                  <a:pt x="175526" y="20307"/>
                </a:lnTo>
                <a:lnTo>
                  <a:pt x="167246" y="698"/>
                </a:lnTo>
                <a:lnTo>
                  <a:pt x="165836" y="698"/>
                </a:lnTo>
                <a:lnTo>
                  <a:pt x="165836" y="37439"/>
                </a:lnTo>
                <a:lnTo>
                  <a:pt x="152412" y="37439"/>
                </a:lnTo>
                <a:lnTo>
                  <a:pt x="159118" y="20307"/>
                </a:lnTo>
                <a:lnTo>
                  <a:pt x="165836" y="37439"/>
                </a:lnTo>
                <a:lnTo>
                  <a:pt x="165836" y="698"/>
                </a:lnTo>
                <a:lnTo>
                  <a:pt x="151345" y="698"/>
                </a:lnTo>
                <a:lnTo>
                  <a:pt x="125920" y="60934"/>
                </a:lnTo>
                <a:lnTo>
                  <a:pt x="143408" y="60934"/>
                </a:lnTo>
                <a:lnTo>
                  <a:pt x="147650" y="50330"/>
                </a:lnTo>
                <a:lnTo>
                  <a:pt x="170599" y="50330"/>
                </a:lnTo>
                <a:lnTo>
                  <a:pt x="175018" y="60934"/>
                </a:lnTo>
                <a:lnTo>
                  <a:pt x="192671" y="60934"/>
                </a:lnTo>
                <a:close/>
              </a:path>
              <a:path w="312420" h="62229" extrusionOk="0">
                <a:moveTo>
                  <a:pt x="255358" y="30734"/>
                </a:moveTo>
                <a:lnTo>
                  <a:pt x="253098" y="18821"/>
                </a:lnTo>
                <a:lnTo>
                  <a:pt x="251028" y="15887"/>
                </a:lnTo>
                <a:lnTo>
                  <a:pt x="246519" y="9486"/>
                </a:lnTo>
                <a:lnTo>
                  <a:pt x="238417" y="4838"/>
                </a:lnTo>
                <a:lnTo>
                  <a:pt x="238417" y="21361"/>
                </a:lnTo>
                <a:lnTo>
                  <a:pt x="238417" y="40792"/>
                </a:lnTo>
                <a:lnTo>
                  <a:pt x="231876" y="46278"/>
                </a:lnTo>
                <a:lnTo>
                  <a:pt x="215099" y="46278"/>
                </a:lnTo>
                <a:lnTo>
                  <a:pt x="215099" y="15887"/>
                </a:lnTo>
                <a:lnTo>
                  <a:pt x="231876" y="15887"/>
                </a:lnTo>
                <a:lnTo>
                  <a:pt x="238417" y="21361"/>
                </a:lnTo>
                <a:lnTo>
                  <a:pt x="238417" y="4838"/>
                </a:lnTo>
                <a:lnTo>
                  <a:pt x="235927" y="3403"/>
                </a:lnTo>
                <a:lnTo>
                  <a:pt x="221640" y="1231"/>
                </a:lnTo>
                <a:lnTo>
                  <a:pt x="198501" y="1231"/>
                </a:lnTo>
                <a:lnTo>
                  <a:pt x="198501" y="60934"/>
                </a:lnTo>
                <a:lnTo>
                  <a:pt x="221284" y="60934"/>
                </a:lnTo>
                <a:lnTo>
                  <a:pt x="255358" y="30899"/>
                </a:lnTo>
                <a:lnTo>
                  <a:pt x="255358" y="30734"/>
                </a:lnTo>
                <a:close/>
              </a:path>
              <a:path w="312420" h="62229" extrusionOk="0">
                <a:moveTo>
                  <a:pt x="312407" y="46799"/>
                </a:moveTo>
                <a:lnTo>
                  <a:pt x="280276" y="46799"/>
                </a:lnTo>
                <a:lnTo>
                  <a:pt x="280276" y="37439"/>
                </a:lnTo>
                <a:lnTo>
                  <a:pt x="308876" y="37439"/>
                </a:lnTo>
                <a:lnTo>
                  <a:pt x="308876" y="24371"/>
                </a:lnTo>
                <a:lnTo>
                  <a:pt x="280276" y="24371"/>
                </a:lnTo>
                <a:lnTo>
                  <a:pt x="280276" y="15189"/>
                </a:lnTo>
                <a:lnTo>
                  <a:pt x="311886" y="15189"/>
                </a:lnTo>
                <a:lnTo>
                  <a:pt x="311886" y="1231"/>
                </a:lnTo>
                <a:lnTo>
                  <a:pt x="263842" y="1231"/>
                </a:lnTo>
                <a:lnTo>
                  <a:pt x="263842" y="60934"/>
                </a:lnTo>
                <a:lnTo>
                  <a:pt x="312407" y="60934"/>
                </a:lnTo>
                <a:lnTo>
                  <a:pt x="312407" y="46799"/>
                </a:lnTo>
                <a:close/>
              </a:path>
            </a:pathLst>
          </a:custGeom>
          <a:solidFill>
            <a:srgbClr val="221F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Google Shape;15;p51"/>
          <p:cNvSpPr/>
          <p:nvPr/>
        </p:nvSpPr>
        <p:spPr>
          <a:xfrm>
            <a:off x="910455" y="279666"/>
            <a:ext cx="301625" cy="300355"/>
          </a:xfrm>
          <a:custGeom>
            <a:avLst/>
            <a:gdLst/>
            <a:ahLst/>
            <a:cxnLst/>
            <a:rect l="l" t="t" r="r" b="b"/>
            <a:pathLst>
              <a:path w="301625" h="300355" extrusionOk="0">
                <a:moveTo>
                  <a:pt x="301063" y="0"/>
                </a:moveTo>
                <a:lnTo>
                  <a:pt x="0" y="0"/>
                </a:lnTo>
                <a:lnTo>
                  <a:pt x="0" y="300159"/>
                </a:lnTo>
                <a:lnTo>
                  <a:pt x="301063" y="300159"/>
                </a:lnTo>
                <a:lnTo>
                  <a:pt x="301063" y="0"/>
                </a:lnTo>
                <a:close/>
              </a:path>
            </a:pathLst>
          </a:custGeom>
          <a:solidFill>
            <a:srgbClr val="F3701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51"/>
          <p:cNvSpPr/>
          <p:nvPr/>
        </p:nvSpPr>
        <p:spPr>
          <a:xfrm>
            <a:off x="905586" y="274065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 extrusionOk="0">
                <a:moveTo>
                  <a:pt x="201828" y="230860"/>
                </a:moveTo>
                <a:lnTo>
                  <a:pt x="108331" y="230860"/>
                </a:lnTo>
                <a:lnTo>
                  <a:pt x="108331" y="46939"/>
                </a:lnTo>
                <a:lnTo>
                  <a:pt x="79933" y="46939"/>
                </a:lnTo>
                <a:lnTo>
                  <a:pt x="79933" y="230860"/>
                </a:lnTo>
                <a:lnTo>
                  <a:pt x="79933" y="253695"/>
                </a:lnTo>
                <a:lnTo>
                  <a:pt x="201828" y="253695"/>
                </a:lnTo>
                <a:lnTo>
                  <a:pt x="201828" y="230860"/>
                </a:lnTo>
                <a:close/>
              </a:path>
              <a:path w="311150" h="311150" extrusionOk="0">
                <a:moveTo>
                  <a:pt x="310819" y="0"/>
                </a:moveTo>
                <a:lnTo>
                  <a:pt x="0" y="0"/>
                </a:lnTo>
                <a:lnTo>
                  <a:pt x="0" y="10147"/>
                </a:lnTo>
                <a:lnTo>
                  <a:pt x="0" y="300621"/>
                </a:lnTo>
                <a:lnTo>
                  <a:pt x="0" y="310769"/>
                </a:lnTo>
                <a:lnTo>
                  <a:pt x="310819" y="310769"/>
                </a:lnTo>
                <a:lnTo>
                  <a:pt x="310819" y="300697"/>
                </a:lnTo>
                <a:lnTo>
                  <a:pt x="310819" y="10680"/>
                </a:lnTo>
                <a:lnTo>
                  <a:pt x="300837" y="10680"/>
                </a:lnTo>
                <a:lnTo>
                  <a:pt x="300837" y="300621"/>
                </a:lnTo>
                <a:lnTo>
                  <a:pt x="9956" y="300621"/>
                </a:lnTo>
                <a:lnTo>
                  <a:pt x="9956" y="10147"/>
                </a:lnTo>
                <a:lnTo>
                  <a:pt x="310819" y="10147"/>
                </a:lnTo>
                <a:lnTo>
                  <a:pt x="3108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Google Shape;17;p51"/>
          <p:cNvSpPr/>
          <p:nvPr/>
        </p:nvSpPr>
        <p:spPr>
          <a:xfrm>
            <a:off x="1257730" y="279046"/>
            <a:ext cx="300990" cy="300355"/>
          </a:xfrm>
          <a:custGeom>
            <a:avLst/>
            <a:gdLst/>
            <a:ahLst/>
            <a:cxnLst/>
            <a:rect l="l" t="t" r="r" b="b"/>
            <a:pathLst>
              <a:path w="300990" h="300355" extrusionOk="0">
                <a:moveTo>
                  <a:pt x="300837" y="0"/>
                </a:moveTo>
                <a:lnTo>
                  <a:pt x="0" y="0"/>
                </a:lnTo>
                <a:lnTo>
                  <a:pt x="0" y="299934"/>
                </a:lnTo>
                <a:lnTo>
                  <a:pt x="300837" y="299934"/>
                </a:lnTo>
                <a:lnTo>
                  <a:pt x="300837" y="0"/>
                </a:lnTo>
                <a:close/>
              </a:path>
            </a:pathLst>
          </a:custGeom>
          <a:solidFill>
            <a:srgbClr val="F3701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" name="Google Shape;18;p51"/>
          <p:cNvSpPr/>
          <p:nvPr/>
        </p:nvSpPr>
        <p:spPr>
          <a:xfrm>
            <a:off x="1252867" y="274065"/>
            <a:ext cx="311150" cy="309880"/>
          </a:xfrm>
          <a:custGeom>
            <a:avLst/>
            <a:gdLst/>
            <a:ahLst/>
            <a:cxnLst/>
            <a:rect l="l" t="t" r="r" b="b"/>
            <a:pathLst>
              <a:path w="311150" h="309880" extrusionOk="0">
                <a:moveTo>
                  <a:pt x="310807" y="0"/>
                </a:moveTo>
                <a:lnTo>
                  <a:pt x="0" y="0"/>
                </a:lnTo>
                <a:lnTo>
                  <a:pt x="0" y="10147"/>
                </a:lnTo>
                <a:lnTo>
                  <a:pt x="0" y="300621"/>
                </a:lnTo>
                <a:lnTo>
                  <a:pt x="0" y="309499"/>
                </a:lnTo>
                <a:lnTo>
                  <a:pt x="310807" y="309499"/>
                </a:lnTo>
                <a:lnTo>
                  <a:pt x="310807" y="300621"/>
                </a:lnTo>
                <a:lnTo>
                  <a:pt x="9944" y="300621"/>
                </a:lnTo>
                <a:lnTo>
                  <a:pt x="9944" y="10147"/>
                </a:lnTo>
                <a:lnTo>
                  <a:pt x="300837" y="10147"/>
                </a:lnTo>
                <a:lnTo>
                  <a:pt x="300837" y="300050"/>
                </a:lnTo>
                <a:lnTo>
                  <a:pt x="310807" y="300050"/>
                </a:lnTo>
                <a:lnTo>
                  <a:pt x="310807" y="10147"/>
                </a:lnTo>
                <a:lnTo>
                  <a:pt x="310807" y="9829"/>
                </a:lnTo>
                <a:lnTo>
                  <a:pt x="3108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9" name="Google Shape;19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2996" y="319025"/>
            <a:ext cx="134619" cy="20834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1"/>
          <p:cNvSpPr/>
          <p:nvPr/>
        </p:nvSpPr>
        <p:spPr>
          <a:xfrm>
            <a:off x="1605005" y="278200"/>
            <a:ext cx="300990" cy="300355"/>
          </a:xfrm>
          <a:custGeom>
            <a:avLst/>
            <a:gdLst/>
            <a:ahLst/>
            <a:cxnLst/>
            <a:rect l="l" t="t" r="r" b="b"/>
            <a:pathLst>
              <a:path w="300989" h="300355" extrusionOk="0">
                <a:moveTo>
                  <a:pt x="300837" y="0"/>
                </a:moveTo>
                <a:lnTo>
                  <a:pt x="0" y="0"/>
                </a:lnTo>
                <a:lnTo>
                  <a:pt x="0" y="300145"/>
                </a:lnTo>
                <a:lnTo>
                  <a:pt x="300837" y="300145"/>
                </a:lnTo>
                <a:lnTo>
                  <a:pt x="300837" y="0"/>
                </a:lnTo>
                <a:close/>
              </a:path>
            </a:pathLst>
          </a:custGeom>
          <a:solidFill>
            <a:srgbClr val="F3701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" name="Google Shape;21;p51"/>
          <p:cNvSpPr/>
          <p:nvPr/>
        </p:nvSpPr>
        <p:spPr>
          <a:xfrm>
            <a:off x="1599907" y="272808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 extrusionOk="0">
                <a:moveTo>
                  <a:pt x="311023" y="10477"/>
                </a:moveTo>
                <a:lnTo>
                  <a:pt x="300837" y="10477"/>
                </a:lnTo>
                <a:lnTo>
                  <a:pt x="300837" y="300469"/>
                </a:lnTo>
                <a:lnTo>
                  <a:pt x="311023" y="300469"/>
                </a:lnTo>
                <a:lnTo>
                  <a:pt x="311023" y="10477"/>
                </a:lnTo>
                <a:close/>
              </a:path>
              <a:path w="311150" h="311150" extrusionOk="0">
                <a:moveTo>
                  <a:pt x="311023" y="0"/>
                </a:moveTo>
                <a:lnTo>
                  <a:pt x="0" y="0"/>
                </a:lnTo>
                <a:lnTo>
                  <a:pt x="0" y="10147"/>
                </a:lnTo>
                <a:lnTo>
                  <a:pt x="0" y="300609"/>
                </a:lnTo>
                <a:lnTo>
                  <a:pt x="0" y="310756"/>
                </a:lnTo>
                <a:lnTo>
                  <a:pt x="311023" y="310756"/>
                </a:lnTo>
                <a:lnTo>
                  <a:pt x="311023" y="300609"/>
                </a:lnTo>
                <a:lnTo>
                  <a:pt x="10172" y="300609"/>
                </a:lnTo>
                <a:lnTo>
                  <a:pt x="10172" y="10147"/>
                </a:lnTo>
                <a:lnTo>
                  <a:pt x="311023" y="10147"/>
                </a:lnTo>
                <a:lnTo>
                  <a:pt x="31102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2" name="Google Shape;22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9847" y="320294"/>
            <a:ext cx="161356" cy="21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8282" y="176448"/>
            <a:ext cx="507133" cy="50533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1"/>
          <p:cNvSpPr/>
          <p:nvPr/>
        </p:nvSpPr>
        <p:spPr>
          <a:xfrm>
            <a:off x="0" y="6778867"/>
            <a:ext cx="12192000" cy="79375"/>
          </a:xfrm>
          <a:custGeom>
            <a:avLst/>
            <a:gdLst/>
            <a:ahLst/>
            <a:cxnLst/>
            <a:rect l="l" t="t" r="r" b="b"/>
            <a:pathLst>
              <a:path w="12192000" h="79375" extrusionOk="0">
                <a:moveTo>
                  <a:pt x="12192000" y="0"/>
                </a:moveTo>
                <a:lnTo>
                  <a:pt x="0" y="0"/>
                </a:lnTo>
                <a:lnTo>
                  <a:pt x="0" y="79131"/>
                </a:lnTo>
                <a:lnTo>
                  <a:pt x="12192000" y="7913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77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51"/>
          <p:cNvSpPr txBox="1">
            <a:spLocks noGrp="1"/>
          </p:cNvSpPr>
          <p:nvPr>
            <p:ph type="title"/>
          </p:nvPr>
        </p:nvSpPr>
        <p:spPr>
          <a:xfrm>
            <a:off x="916939" y="413765"/>
            <a:ext cx="10146563" cy="130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body" idx="1"/>
          </p:nvPr>
        </p:nvSpPr>
        <p:spPr>
          <a:xfrm>
            <a:off x="916939" y="1691462"/>
            <a:ext cx="10358120" cy="364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5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5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5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User\Downloads\capgemini QR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5510" y="1147665"/>
            <a:ext cx="4891522" cy="47179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ownloads\WhatsApp Image 2026-08-27 at 09.55.1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6971" y="1147664"/>
            <a:ext cx="5314820" cy="46093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720" y="716280"/>
            <a:ext cx="10805160" cy="588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731520"/>
            <a:ext cx="10698480" cy="589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6320" y="640080"/>
            <a:ext cx="10485120" cy="60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4920" y="792480"/>
            <a:ext cx="986028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92880" y="640081"/>
            <a:ext cx="3797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Complexity Analysis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C:\Users\User\Downloads\WhatsApp Image 2026-08-27 at 10.05.40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718457"/>
            <a:ext cx="9753600" cy="59617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8680" y="723900"/>
            <a:ext cx="10568940" cy="5928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762000"/>
            <a:ext cx="10896600" cy="568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10622</TotalTime>
  <Words>2</Words>
  <PresentationFormat>Custom</PresentationFormat>
  <Paragraphs>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Trisha Mahajan</dc:creator>
  <cp:lastModifiedBy>User</cp:lastModifiedBy>
  <cp:revision>142</cp:revision>
  <dcterms:created xsi:type="dcterms:W3CDTF">2026-07-14T05:28:55Z</dcterms:created>
  <dcterms:modified xsi:type="dcterms:W3CDTF">2026-08-27T17:05:17Z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2026-01-17T00:00:00Z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2026-07-14T00:00:00Z</vt:filetime>
  </property>
  <property fmtid="{D5CDD505-2E9C-101B-9397-08002B2CF9AE}" pid="6" name="Producer">
    <vt:lpwstr>Microsoft® PowerPoint® 2021</vt:lpwstr>
  </property>
</Properties>
</file>