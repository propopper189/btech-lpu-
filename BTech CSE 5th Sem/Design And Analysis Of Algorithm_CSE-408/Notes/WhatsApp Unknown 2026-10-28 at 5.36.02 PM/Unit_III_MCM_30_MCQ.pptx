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51560"/>
            <a:ext cx="114300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100" b="1">
                <a:solidFill>
                  <a:srgbClr val="46DCF0"/>
                </a:solidFill>
                <a:latin typeface="Aptos Display"/>
              </a:rPr>
              <a:t>MATRIX CHAIN MULTIPLICATION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74519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F5F7FF"/>
                </a:solidFill>
                <a:latin typeface="Aptos Display"/>
              </a:rPr>
              <a:t>30 MCQ CLASS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149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0">
                <a:solidFill>
                  <a:srgbClr val="B1BCD7"/>
                </a:solidFill>
                <a:latin typeface="Aptos Display"/>
              </a:rPr>
              <a:t>Dynamic Programming • Conceptual + Numerical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96312" y="3794759"/>
            <a:ext cx="7315200" cy="100584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423160" y="3703320"/>
            <a:ext cx="7315200" cy="100584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51760" y="3913632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50DC96"/>
                </a:solidFill>
                <a:latin typeface="Aptos Display"/>
              </a:rPr>
              <a:t>✓ Answer + solution on the same page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Q01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What is the main objective of Matrix Chain Multiplication (MCM)?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Multiply matrices without changing their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Find the order of multiplication that minimizes scalar multiplications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Sort matrices by dimensions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Find the largest 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Matrix order cannot be changed; only parenthesization is optimized to minimize scalar multiplications.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Q02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matrices A(p×q) and B(q×r), how many scalar multiplications are required for A×B?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p+q+r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pqr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pq+qr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pqr²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Multiplying a p×q matrix by a q×r matrix costs p×q×r scalar multiplications.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Q03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What is the DP state m[i][j] in MCM?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Minimum cost to multiply matrices Ai through Aj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Number of matrices from i to j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Maximum matrix dimension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Cost of only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m[i][j] stores the minimum scalar multiplication cost for the chain Ai…Aj.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3/30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Q04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What is the base case m[i][i]?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A single matrix needs no multiplication, so its multiplication cost is 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4/30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Q05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Which recurrence is used in MCM?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m[i][j]=m[i][j−1]+m[i+1][j]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m[i][j]=min(m[i][k]+m[k+1][j]+pi−1·pk·pj)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m[i][j]=max(m[i][k],m[k+1][j])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m[i][j]=pi·pj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Try every split k between i and j and choose the minimum total cost.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5/30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Q06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Why does MCM use dynamic programming?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It has overlapping subproblems and optimal substructure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It requires sorting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It uses a greedy-choice property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It has no repeated subproblems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The same subchains occur repeatedly, and an optimal parenthesization contains optimal subparenthesizations.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6/30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Q07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dimensions [10,20,30], what is the cost of multiplying A1(10×20) and A2(20×30)?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600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6000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12000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18000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Cost = 10×20×30 = 6000 scalar multiplications.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7/30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Q08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dimensions [10,20,30,40], what is the minimum cost?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18000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24000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26000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32000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A1(A2A3) costs 20×30×40=24000 plus 10×20×40=8000, total 32000; (A1A2)A3 costs 18000, so the minimum is 18000.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8/30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Q09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dimensions [5,10,3], what is the multiplication cost?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300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There are two matrices: 5×10 and 10×3. Cost = 5×10×3 = 150.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9/30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Q10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dimensions [2,3,4,5], what is the minimum cost?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78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A1A2 first: 2×3×4=24, then multiply by A3: 2×4×5=40; total = 64.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10/30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Q11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dimensions [10,30,5,60], what is the minimum cost?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4500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9000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12000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15000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A1(A2A3): 30×5×60=9000 plus 10×30×60=18000 =&gt; 27000. (A1A2)A3: 10×30×5=1500 plus 10×5×60=3000 =&gt; 4500. Minimum = 4500.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11/30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Q12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dimensions [40,20,30,10], what is the minimum cost?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14000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18000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20000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24000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(A1A2)A3: 40×20×30=24000 + 40×30×10=12000 = 36000. A1(A2A3): 20×30×10=6000 + 40×20×10=8000 = 14000.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12/30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Q13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dimensions [10,20,30,40,30], what is the minimum cost?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30000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36000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48000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54000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The optimal DP cost is 30000.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13/30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Q14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dimensions [5,10,3,12,5,50,6], what is the well-known minimum cost?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2010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2015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2020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2050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The standard MCM DP computation gives minimum cost 2010.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14/30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Q15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If there are n matrices, how many matrices are represented by dimensions p0,p1,…,pn?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n−1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n+1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The dimension array has n+1 entries and represents n matrices.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15/30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Q16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n matrices, how many entries are in the upper-triangular DP region including diagonal?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n²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n(n+1)/2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n(n−1)/2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There are n choices of starting index, then decreasing choices of ending index, giving n(n+1)/2 intervals.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16/30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Q17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What is the standard time complexity of MCM dynamic programming?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O(n)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O(n²)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O(n³)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O(2^n)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There are O(n²) subproblems and O(n) possible split points for each.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17/30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Q18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What is the standard space complexity of the MCM DP table?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O(n)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O(n²)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O(n³)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O(2^n)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The m table contains O(n²) entries.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18/30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Q19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What does the split index k represent in the recurrence?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The matrix dimension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The last matrix in the 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The point between k and k+1 where the chain is split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The number of scalar operations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k divides Ai…Aj into Ai…Ak and A(k+1)…Aj.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19/30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Q20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Why can’t matrix multiplication simply be treated as associative without optimization?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Because different parenthesizations can have different scalar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Because matrices cannot be multiplied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Because dimensions never matter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Because order always changes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Matrix multiplication is associative, but different parenthesizations can have very different computational costs.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20/30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Q21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three matrices A1(5×10), A2(10×3), A3(3×12), what is the cost of (A1A2)A3?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180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330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600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A1A2 costs 5×10×3=150; then 5×3×12=180; total = 330.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21/30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Q22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the same matrices A1(5×10), A2(10×3), A3(3×12), what is the cost of A1(A2A3)?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360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600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960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1200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A2A3 costs 10×3×12=360; then A1 with the result costs 5×10×12=600; total = 960.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22/30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Q23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dimensions [10,20,30,40], which parenthesization gives the minimum cost?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A1(A2A3)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(A1A2)A3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Both are equal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Cannot be determined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(A1A2)A3 costs 10×20×30 + 10×30×40 = 6000+12000=18000, while A1(A2A3)=20×30×40 + 10×20×40=24000+8000=32000.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23/30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Q24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What is stored in the split/root table s[i][j]?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The minimum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The matrix dimensions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The split k producing the minimum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The number of matrices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s[i][j] records the k that gives the minimum value of the recurrence.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24/30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Q25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What is the first step in the bottom-up MCM DP?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Solve chains of length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Solve chains of length 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Sort the dimensions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Multiply all matrices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Length-1 chains contain a single matrix and have cost 0; longer chains build on them.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25/30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Q26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two matrices, how many possible parenthesizations are there?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With two matrices, there is only one valid parenthesization: (A1A2).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26/30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Q27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The number of different full parenthesizations of n matrices is given by which sequence?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Fibonacci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Catalan numbers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Prime numbers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Powers of two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The number of full binary parenthesizations is the (n−1)th Catalan number.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27/30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Q28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For n=4 matrices, how many full parenthesizations are possible?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Catalan number C3 = 5.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28/30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Q29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What is the main advantage of storing split information in MCM?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It allows reconstruction of the optimal parenthesization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It reduces matrix dimensions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It changes matrix 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It eliminates multiplication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The split table lets us recursively reconstruct the optimal parenthesization.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29/30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CF0"/>
                </a:solidFill>
                <a:latin typeface="Aptos Display"/>
              </a:rPr>
              <a:t>Q30  |  MCM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1792" y="914400"/>
            <a:ext cx="11064240" cy="11430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1430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41832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20" b="1">
                <a:solidFill>
                  <a:srgbClr val="F5F7FF"/>
                </a:solidFill>
                <a:latin typeface="Aptos Display"/>
              </a:rPr>
              <a:t>Which statement about MCM is correct?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It changes matrix order to reduce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331720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72200" y="224028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2368296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331720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It changes only parenthesization, not matrix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It always multiplies left to right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749039"/>
            <a:ext cx="5440680" cy="107899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40680" cy="1078992"/>
          </a:xfrm>
          <a:prstGeom prst="roundRect">
            <a:avLst/>
          </a:prstGeom>
          <a:solidFill>
            <a:srgbClr val="1C264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3785615"/>
            <a:ext cx="38404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9A6CFF"/>
                </a:solidFill>
                <a:latin typeface="Aptos Display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3749039"/>
            <a:ext cx="4526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0">
                <a:solidFill>
                  <a:srgbClr val="F5F7FF"/>
                </a:solidFill>
                <a:latin typeface="Aptos Display"/>
              </a:rPr>
              <a:t>Greedy choice always gives the optimum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0791" y="5166359"/>
            <a:ext cx="4251960" cy="438912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77639" y="5074920"/>
            <a:ext cx="4251960" cy="438912"/>
          </a:xfrm>
          <a:prstGeom prst="roundRect">
            <a:avLst/>
          </a:prstGeom>
          <a:solidFill>
            <a:srgbClr val="50DC96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60520" y="5120640"/>
            <a:ext cx="38862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419"/>
                </a:solidFill>
                <a:latin typeface="Aptos Display"/>
              </a:rPr>
              <a:t>✓ ANSWER: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1" y="5715000"/>
            <a:ext cx="10927080" cy="914400"/>
          </a:xfrm>
          <a:prstGeom prst="round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0080" y="5623560"/>
            <a:ext cx="10927080" cy="914400"/>
          </a:xfrm>
          <a:prstGeom prst="roundRect">
            <a:avLst/>
          </a:prstGeom>
          <a:solidFill>
            <a:srgbClr val="131B33"/>
          </a:solidFill>
          <a:ln>
            <a:solidFill>
              <a:srgbClr val="37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733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10" b="0">
                <a:solidFill>
                  <a:srgbClr val="F5F7FF"/>
                </a:solidFill>
                <a:latin typeface="Aptos Display"/>
              </a:rPr>
              <a:t>SOLUTION: MCM preserves matrix order and finds the best placement of parentheses.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27432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B1BCD7"/>
                </a:solidFill>
                <a:latin typeface="Aptos Display"/>
              </a:rPr>
              <a:t>30/30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50DC96"/>
                </a:solidFill>
                <a:latin typeface="Aptos Display"/>
              </a:rPr>
              <a:t>FINAL ANSWER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5F7FF"/>
                </a:solidFill>
                <a:latin typeface="Aptos Display"/>
              </a:rPr>
              <a:t>1-B  2-B  3-A  4-B  5-B  6-A  7-B  8-A  9-A  10-A  11-A  12-A  13-A  14-A  15-B  16-B  17-C  18-B  19-C  20-A  21-C  22-C  23-B  24-C  25-A  26-A  27-B  28-B  29-A  30-B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B1BCD7"/>
                </a:solidFill>
                <a:latin typeface="Aptos Display"/>
              </a:rPr>
              <a:t>Numerical MCM costs were checked using the standard DP recurrence.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1598</Words>
  <Application>Microsoft Macintosh PowerPoint</Application>
  <PresentationFormat>Custom</PresentationFormat>
  <Paragraphs>397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2026-10-07T10:18:15Z</dcterms:modified>
  <cp:category/>
</cp:coreProperties>
</file>