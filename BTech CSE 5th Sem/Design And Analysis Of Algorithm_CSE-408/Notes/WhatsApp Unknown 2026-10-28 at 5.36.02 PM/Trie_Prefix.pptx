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Understand what a Trie is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Understand why prefix searching needs a Trie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Learn Trie structure and terminology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Learn insertion, search, prefix search and deletion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Study examples, complexity, advantages, disadvantages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What is a Trie?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A Trie is a tree-based data structure used to store strings.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Characters are stored along paths from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Words having the same prefix share the same path.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It is also called a Prefix Tree.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terminal/end marker identifies a complete 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Why Do We Use a Trie?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Fast searching of strings based on their length.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Very efficient for prefix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Natural solution for 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avoid storing the same path repeatedly.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Useful when many words need to be organized by prefixes.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Basic Trie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Root </a:t>
            </a:r>
            <a:r>
              <a:t>represents the empty string.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Each child represents the next character.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path from root represents a sequence of characters.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END marker means a complete word finishes there.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Example words: CAT, CAR, CAN share C →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1: CAT, CAR,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 CAT: C → A → T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Insert CAR: reuse C → A, then create R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Insert CAN: reuse C → A, then create N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The prefix CA is shared by all three words.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This is the main memory-sharing idea of a Trie.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Trie Diagram: CAT, CAR,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Root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C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A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/|\\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T R N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 |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END END END</a:t>
            </a:r>
          </a:p>
          <a:p>
            <a:pPr algn="ctr">
              <a:spcAft>
                <a:spcPts val="10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endParaRPr/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The same C → A path is shared.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How Insertion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at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Read characters one by one.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a child does not exist, create a new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the child already exists, reuse it.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After the last character, mark the node as END-OF-WORD.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Insertion Example: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at root.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A.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P and reuse/create the next P.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L.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Mark E as END.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If APP is also a word, mark the second P as END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How Search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from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Follow one child for each character.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a required child is missing → word does not exist.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After all characters are found, check the END marker.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Reaching a node alone does not always mean the complete word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Search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Stored words: CAT, CAR, CAN.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CAT → C → A → T → END → Found.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CAP → C → A exists, but P child is missing → Not Found.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 → path exists, but CA is not a complete word unless END is marked there.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Prefix Search / StartsWith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Prefix search asks whether a prefix exists and can be used to find matching words.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Example: CA.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Follow C → A.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From this node, traverse descendants.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Possible words: CAT, CAR, CAN.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This operation is the reason Tries are powerful for autocomplete.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2: DO, DOG, DOT, DOLL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DO is a complete word, so O has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DOG extends DO with 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DOT extends DO with 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DOLL extends DO with L → 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The prefix DO is shared.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word can also be a prefix of other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3: APP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Words: APP, APPLE, APPLICATION, APPLY.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All share the prefix APP.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APP needs an END marker because it is a complete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Other words branch after APP.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Prefix APP can quickly locate the entire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4: Autocomplete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Stored words: PRE, PREFIX, PREPARE, PRESENT, PREVENT.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User types PRE.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Trie follows P → R → 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Traverse descendants to collect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Possible suggestions include PREFIX, PREPARE, PRESENT and PREVENT.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Main Trie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INSERT: add characters and mark the final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SEARCH: follow characters and check END marker.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STARTSWITH: follow only the prefix path.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TRAVERSE: collect words below a prefix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DELETE: remove unnecessary nodes while preserving shared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Deletion in Trie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Suppose CAT and CAR are stored.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Delete CAT: remove/unmark T if it is not needed elsewhere.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Keep C → A → R because CAR still needs it.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Never delete a shared node used by another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Deletion must preserve all remaining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 can use significant memory.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Each node may contain child pointers/references.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fixed array for children can waste space for sparse nodes.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Maps/dictionaries can reduce unused references but add overhead.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Space depends on the number of Trie nodes and child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Fast insertion and exact search: O(L).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Excellent for prefix-based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Ideal for 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can reduce repeated character storage.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Can support lexicographic traversal.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Performance depends mainly on key length.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Can require more memory than a hash table or compact tree.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Child pointers create overhead.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Implementation is more complex than a simple list.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Large alphabets increase memory requirements.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Deletion and END-marker handling need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Spell checking and dictionaries.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Word games and prefix-based searching.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Text processing and keyword organization.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IP routing using suitable Trie variants.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Finding all words beginning with a prefix.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Trie vs Hash Table vs 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Trie: best when prefix searching is important.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Hash Table: excellent for exact lookup, but ordinary hashing does not naturally support prefix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BST: maintains ordering and supports ordered traversal.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Choose Trie for autocomplete/prefix operations.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Choose Hash Table for simple exact-key lookup.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Important Concepts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Root </a:t>
            </a:r>
            <a:r>
              <a:t>normally represents the empty prefix.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Characters are stored along paths.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share nodes.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END marker distinguishes a complete word from only a prefix.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word can itself be a prefix of another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 not delete nodes that are still needed by other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Exam-Oriented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 CAT, CAR, CAN and draw the Trie.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How many new nodes are created for a word with a shared prefix?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Is CA a prefix? Is CA a complete word?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Find all words beginning with PRE.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State insertion and search complexity.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Explain why the END marker is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 = Prefix Tree for strings.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Main operations: Insert, Search, StartsWith, Delete.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Shared prefixes share paths.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Insert/Search are O(L).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Best use: autocomplete and prefix search.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Main drawback: memory usage.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KEY IDEA: Follow characters from root and mark complete words with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Construct the Trie: CAT, CAR, 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CAT, CAR and CAN into an empty Trie. Draw the final Trie and mark all END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49300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22191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1. CAT: create C → A → T → END</a:t>
            </a:r>
            <a:br/>
            <a:r>
              <a:t>2. CAR: reuse C → A; add R → END</a:t>
            </a:r>
            <a:br/>
            <a:r>
              <a:t>3. CAN: reuse C → A; add N →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FINAL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Shared prefix C → A is created only once.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14884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2128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9443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56946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611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675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330098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611112" y="4032504"/>
            <a:ext cx="1417319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1812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4032504"/>
            <a:ext cx="1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23544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28431" y="4032504"/>
            <a:ext cx="1417321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892040" y="50749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Nodes: Root, C, A, T, R, N = 6 total</a:t>
            </a:r>
            <a:br/>
            <a:r>
              <a:t>END: T, R, 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Construct the Trie: APP, APPLE,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APP, APPLE and APPLY. Draw the final Trie. Which nodes are END?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3749039" cy="233172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26440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93592"/>
            <a:ext cx="3419856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→ A → P → P → END</a:t>
            </a:r>
            <a:br/>
            <a:r>
              <a:t>APPLE → reuse APP; add L → E → END</a:t>
            </a:r>
            <a:br/>
            <a:r>
              <a:t>APPLY → reuse APP; add L → Y →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FINAL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is itself a word, so the second P has END. APPLE and APPLY branch after L.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0116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0756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6974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4323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3832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4472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31181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18120" y="40690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1330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45171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28431" y="38039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18120" y="4754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28431" y="453542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629400" y="47548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52029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839712" y="496519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006840" y="47548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0684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52029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38744" y="496519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46320" y="534924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74B"/>
                </a:solidFill>
              </a:defRPr>
            </a:pPr>
            <a:r>
              <a:t>END: APP (2nd P), APPLE (E), APPLY (Y)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Search in a Trie: DO, DOG, DOT, DOLL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For the Trie containing DO, DOG, DOT and DOLL, determine:</a:t>
            </a:r>
            <a:br/>
            <a:r>
              <a:t>DO, DOL, DOGS, DOLL — Found or Not Found?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6301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SEARCH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59352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DO: D→O→END ✓</a:t>
            </a:r>
            <a:br/>
            <a:r>
              <a:t>DOL: D→O→L, but no END ✗</a:t>
            </a:r>
            <a:br/>
            <a:r>
              <a:t>DOGS: D→O→G, but no S ✗</a:t>
            </a:r>
            <a:br/>
            <a:r>
              <a:t>DOLL: D→O→L→L→END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Orange nodes show complete words (END). Blue nodes are only prefixes.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74519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9385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5603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6243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951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246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3101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694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28431" y="29809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465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656832" y="3483864"/>
            <a:ext cx="1371599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8181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28431" y="3483864"/>
            <a:ext cx="1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897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28431" y="3483864"/>
            <a:ext cx="1371601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189720" y="466344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47274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51114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00032" y="439826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4920" y="5303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Results: DO ✓   DOL ✗   DOGS ✗   DOLL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Deletion: CAT from CAT, CAR, 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A Trie stores CAT, CAR and CAN. Delete CAT. Show exactly what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3749039" cy="242316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1729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DELETION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3419856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1. Follow C → A → T.</a:t>
            </a:r>
            <a:br/>
            <a:r>
              <a:t>2. Remove T because it is not shared.</a:t>
            </a:r>
            <a:br/>
            <a:r>
              <a:t>3. Keep C → A because CAR and CAN need it.</a:t>
            </a:r>
            <a:br/>
            <a:r>
              <a:t>4. Keep R and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35211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BEFORE →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Before: C→A branches to T, R, N.</a:t>
            </a:r>
            <a:br/>
            <a:r>
              <a:t>After: T is removed; R and N remain.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5CAA"/>
                </a:solidFill>
              </a:defRPr>
            </a:pPr>
            <a:r>
              <a:t>BEFORE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32004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32644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88152" y="288950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920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10235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778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88152" y="362102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636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8815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69163"/>
                </a:solidFill>
              </a:defRPr>
            </a:pPr>
            <a:r>
              <a:t>AFTER DELETE CAT</a:t>
            </a:r>
          </a:p>
        </p:txBody>
      </p:sp>
      <p:sp>
        <p:nvSpPr>
          <p:cNvPr id="33" name="Oval 32"/>
          <p:cNvSpPr/>
          <p:nvPr/>
        </p:nvSpPr>
        <p:spPr>
          <a:xfrm>
            <a:off x="905256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9052560" y="32004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32644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2872" y="288950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897112" y="3621024"/>
            <a:ext cx="36576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73836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3836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6287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55279" y="4754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Only T is removed.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Deletion: APP from APP, APPLE,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A Trie stores APP, APPLE and APPLY. Delete APP. Should the P nodes be deleted?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9184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4015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KEY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730752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is a complete word, but it is also a prefix of APPLE and APPLY.</a:t>
            </a:r>
            <a:br/>
            <a:r>
              <a:t>Therefore, remove only the END marker at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AFTER DELETE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The structure remains because APPLE and APPLY still use the APP path.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74519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9385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5603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6243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951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2461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3101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29809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18120" y="39319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9959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28431" y="36667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818120" y="46177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28431" y="43525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629400" y="46177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0657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839712" y="482803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006840" y="46177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0684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50657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38744" y="482803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5212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APP END marker is removed. P nodes are NOT deleted.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Combined Operation: CAR, CAT, CART, DOG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CAR, CAT, CART and DOG. Then delete CAR.</a:t>
            </a:r>
            <a:br/>
            <a:r>
              <a:t>Is CAR found? Is CART found?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3749039" cy="233172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35584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 + 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85031"/>
            <a:ext cx="3419856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CAR → C→A→R→END</a:t>
            </a:r>
            <a:br/>
            <a:r>
              <a:t>CAT → C→A→T→END</a:t>
            </a:r>
            <a:br/>
            <a:r>
              <a:t>CART → reuse C→A→R; add T→END</a:t>
            </a:r>
            <a:br/>
            <a:r>
              <a:t>DOG → D→O→G→END</a:t>
            </a:r>
            <a:br/>
            <a:r>
              <a:t>Delete CAR → remove only R's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AFTER DELETE 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CAR becomes only a prefix; CART remains a complete word.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288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89280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4942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1089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1729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288950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03720" y="37947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114032" y="3319272"/>
            <a:ext cx="704088" cy="475488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903720" y="44805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45445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9286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14032" y="421538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732520" y="37947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3252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2428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28431" y="3319272"/>
            <a:ext cx="914401" cy="475488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55548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28431" y="2249424"/>
            <a:ext cx="1737361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555480" y="31089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55480" y="31729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65792" y="288950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555480" y="37947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5548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42428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65792" y="352958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0" y="52578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CAR → Not Found (no END)     CART →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TRIE NUMERICALS — HOW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INSERT: reuse an existing path; create nodes only when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SEARCH: follow every character AND check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DELETE: remove only unnecessary nodes / END markers.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PREFIX: a path can exist even when the prefix is not a complete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Always draw the tree after each operation to verify the result.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2112</Words>
  <Application>Microsoft Macintosh PowerPoint</Application>
  <PresentationFormat>Custom</PresentationFormat>
  <Paragraphs>383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Tanuja sahu</dc:creator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2026-09-08T10:31:25Z</dcterms:modified>
</cp:coreProperties>
</file>